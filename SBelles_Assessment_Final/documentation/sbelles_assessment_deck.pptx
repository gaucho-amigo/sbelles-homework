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701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y="5143500" cx="9144000"/>
  <p:notesSz cx="6858000" cy="9144000"/>
  <p:embeddedFontLst>
    <p:embeddedFont>
      <p:font typeface="Newsreader"/>
      <p:regular r:id="rId22"/>
      <p:bold r:id="rId23"/>
      <p:italic r:id="rId24"/>
      <p:boldItalic r:id="rId25"/>
    </p:embeddedFont>
    <p:embeddedFont>
      <p:font typeface="DM Sans Light"/>
      <p:regular r:id="rId26"/>
      <p:bold r:id="rId27"/>
      <p:italic r:id="rId28"/>
      <p:boldItalic r:id="rId29"/>
    </p:embeddedFont>
    <p:embeddedFont>
      <p:font typeface="DM Sans SemiBold"/>
      <p:regular r:id="rId30"/>
      <p:bold r:id="rId31"/>
      <p:italic r:id="rId32"/>
      <p:boldItalic r:id="rId33"/>
    </p:embeddedFont>
    <p:embeddedFont>
      <p:font typeface="DM Sans"/>
      <p:regular r:id="rId34"/>
      <p:bold r:id="rId35"/>
      <p:italic r:id="rId36"/>
      <p:boldItalic r:id="rId37"/>
    </p:embeddedFont>
    <p:embeddedFont>
      <p:font typeface="Newsreader SemiBold"/>
      <p:regular r:id="rId38"/>
      <p:bold r:id="rId39"/>
      <p:italic r:id="rId40"/>
      <p:boldItalic r:id="rId4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218928B0-F1DB-4E0C-8C64-3F31A95499A9}">
  <a:tblStyle styleId="{218928B0-F1DB-4E0C-8C64-3F31A95499A9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font" Target="fonts/NewsreaderSemiBold-italic.fntdata"/><Relationship Id="rId41" Type="http://schemas.openxmlformats.org/officeDocument/2006/relationships/font" Target="fonts/NewsreaderSemiBold-boldItalic.fntdata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font" Target="fonts/DMSansSemiBold-bold.fntdata"/><Relationship Id="rId30" Type="http://schemas.openxmlformats.org/officeDocument/2006/relationships/font" Target="fonts/DMSansSemiBold-regular.fntdata"/><Relationship Id="rId33" Type="http://schemas.openxmlformats.org/officeDocument/2006/relationships/font" Target="fonts/DMSansSemiBold-boldItalic.fntdata"/><Relationship Id="rId32" Type="http://schemas.openxmlformats.org/officeDocument/2006/relationships/font" Target="fonts/DMSansSemiBold-italic.fntdata"/><Relationship Id="rId35" Type="http://schemas.openxmlformats.org/officeDocument/2006/relationships/font" Target="fonts/DMSans-bold.fntdata"/><Relationship Id="rId34" Type="http://schemas.openxmlformats.org/officeDocument/2006/relationships/font" Target="fonts/DMSans-regular.fntdata"/><Relationship Id="rId37" Type="http://schemas.openxmlformats.org/officeDocument/2006/relationships/font" Target="fonts/DMSans-boldItalic.fntdata"/><Relationship Id="rId36" Type="http://schemas.openxmlformats.org/officeDocument/2006/relationships/font" Target="fonts/DMSans-italic.fntdata"/><Relationship Id="rId39" Type="http://schemas.openxmlformats.org/officeDocument/2006/relationships/font" Target="fonts/NewsreaderSemiBold-bold.fntdata"/><Relationship Id="rId38" Type="http://schemas.openxmlformats.org/officeDocument/2006/relationships/font" Target="fonts/NewsreaderSemiBold-regular.fntdata"/><Relationship Id="rId20" Type="http://schemas.openxmlformats.org/officeDocument/2006/relationships/slide" Target="slides/slide14.xml"/><Relationship Id="rId22" Type="http://schemas.openxmlformats.org/officeDocument/2006/relationships/font" Target="fonts/Newsreader-regular.fntdata"/><Relationship Id="rId21" Type="http://schemas.openxmlformats.org/officeDocument/2006/relationships/slide" Target="slides/slide15.xml"/><Relationship Id="rId24" Type="http://schemas.openxmlformats.org/officeDocument/2006/relationships/font" Target="fonts/Newsreader-italic.fntdata"/><Relationship Id="rId23" Type="http://schemas.openxmlformats.org/officeDocument/2006/relationships/font" Target="fonts/Newsreader-bold.fntdata"/><Relationship Id="rId26" Type="http://schemas.openxmlformats.org/officeDocument/2006/relationships/font" Target="fonts/DMSansLight-regular.fntdata"/><Relationship Id="rId25" Type="http://schemas.openxmlformats.org/officeDocument/2006/relationships/font" Target="fonts/Newsreader-boldItalic.fntdata"/><Relationship Id="rId28" Type="http://schemas.openxmlformats.org/officeDocument/2006/relationships/font" Target="fonts/DMSansLight-italic.fntdata"/><Relationship Id="rId27" Type="http://schemas.openxmlformats.org/officeDocument/2006/relationships/font" Target="fonts/DMSansLight-bold.fntdata"/><Relationship Id="rId29" Type="http://schemas.openxmlformats.org/officeDocument/2006/relationships/font" Target="fonts/DMSansLight-boldItalic.fntdata"/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4" name="Shape 4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Google Shape;465;g3c7bf93011e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6" name="Google Shape;466;g3c7bf93011e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3" name="Shape 4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4" name="Google Shape;474;g3c7bf93011e_0_49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5" name="Google Shape;475;g3c7bf93011e_0_49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6" name="Shape 4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7" name="Google Shape;497;g3c8497cafaf_1_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8" name="Google Shape;498;g3c8497cafaf_1_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3" name="Shape 5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Google Shape;504;g3c8500840e4_0_18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5" name="Google Shape;505;g3c8500840e4_0_18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0" name="Shape 5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1" name="Google Shape;511;g3c8497cafaf_0_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2" name="Google Shape;512;g3c8497cafaf_0_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7" name="Shape 5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8" name="Google Shape;518;g3c8500840e4_0_10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9" name="Google Shape;519;g3c8500840e4_0_10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183C40"/>
                </a:solidFill>
                <a:latin typeface="DM Sans"/>
                <a:ea typeface="DM Sans"/>
                <a:cs typeface="DM Sans"/>
                <a:sym typeface="DM Sans"/>
              </a:rPr>
              <a:t>Traditional correlation-based models cannot explain where the return on $36M in marketing spend appears. This is the measurement gap causal AI is designed to close.</a:t>
            </a:r>
            <a:endParaRPr sz="1200">
              <a:solidFill>
                <a:srgbClr val="183C40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4" name="Shape 5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5" name="Google Shape;525;g3c8500840e4_0_23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6" name="Google Shape;526;g3c8500840e4_0_2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1" name="Shape 5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Google Shape;532;g3c8500840e4_0_26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3" name="Google Shape;533;g3c8500840e4_0_26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42" name="Shape 5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3" name="Google Shape;543;g3c8500840e4_0_1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4" name="Google Shape;544;g3c8500840e4_0_1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183C40"/>
                </a:solidFill>
                <a:latin typeface="DM Sans"/>
                <a:ea typeface="DM Sans"/>
                <a:cs typeface="DM Sans"/>
                <a:sym typeface="DM Sans"/>
              </a:rPr>
              <a:t>Traditional correlation-based models cannot explain where the return on $36M in marketing spend appears. This is the measurement gap causal AI is designed to close.</a:t>
            </a:r>
            <a:endParaRPr sz="1200">
              <a:solidFill>
                <a:srgbClr val="183C40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49" name="Shape 5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0" name="Google Shape;550;g3c8497cafaf_1_7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1" name="Google Shape;551;g3c8497cafaf_1_7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>
                <a:solidFill>
                  <a:srgbClr val="183C40"/>
                </a:solidFill>
                <a:latin typeface="DM Sans"/>
                <a:ea typeface="DM Sans"/>
                <a:cs typeface="DM Sans"/>
                <a:sym typeface="DM Sans"/>
              </a:rPr>
              <a:t>Avg. Daily Revenue</a:t>
            </a:r>
            <a:endParaRPr sz="1200">
              <a:solidFill>
                <a:srgbClr val="183C40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rgbClr val="183C40"/>
              </a:buClr>
              <a:buSzPts val="1200"/>
              <a:buFont typeface="DM Sans"/>
              <a:buChar char="●"/>
            </a:pPr>
            <a:r>
              <a:rPr lang="en" sz="1200">
                <a:solidFill>
                  <a:srgbClr val="183C40"/>
                </a:solidFill>
                <a:latin typeface="DM Sans"/>
                <a:ea typeface="DM Sans"/>
                <a:cs typeface="DM Sans"/>
                <a:sym typeface="DM Sans"/>
              </a:rPr>
              <a:t>BTS: $1300</a:t>
            </a:r>
            <a:endParaRPr sz="1200">
              <a:solidFill>
                <a:srgbClr val="183C40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rgbClr val="183C40"/>
              </a:buClr>
              <a:buSzPts val="1200"/>
              <a:buFont typeface="DM Sans"/>
              <a:buChar char="●"/>
            </a:pPr>
            <a:r>
              <a:rPr lang="en" sz="1200">
                <a:solidFill>
                  <a:srgbClr val="183C40"/>
                </a:solidFill>
                <a:latin typeface="DM Sans"/>
                <a:ea typeface="DM Sans"/>
                <a:cs typeface="DM Sans"/>
                <a:sym typeface="DM Sans"/>
              </a:rPr>
              <a:t>Peak Black Friday: $1800</a:t>
            </a:r>
            <a:endParaRPr sz="1200">
              <a:solidFill>
                <a:srgbClr val="183C40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rgbClr val="183C40"/>
              </a:buClr>
              <a:buSzPts val="1200"/>
              <a:buFont typeface="DM Sans"/>
              <a:buChar char="●"/>
            </a:pPr>
            <a:r>
              <a:rPr lang="en" sz="1200">
                <a:solidFill>
                  <a:srgbClr val="183C40"/>
                </a:solidFill>
                <a:latin typeface="DM Sans"/>
                <a:ea typeface="DM Sans"/>
                <a:cs typeface="DM Sans"/>
                <a:sym typeface="DM Sans"/>
              </a:rPr>
              <a:t>Baseline: $800</a:t>
            </a:r>
            <a:endParaRPr sz="1200">
              <a:solidFill>
                <a:srgbClr val="183C40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200">
              <a:solidFill>
                <a:srgbClr val="183C40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>
                <a:solidFill>
                  <a:srgbClr val="183C40"/>
                </a:solidFill>
                <a:latin typeface="DM Sans"/>
                <a:ea typeface="DM Sans"/>
                <a:cs typeface="DM Sans"/>
                <a:sym typeface="DM Sans"/>
              </a:rPr>
              <a:t>All trends start and stop at the same time, across all channels (next slide)</a:t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7" name="Shape 5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8" name="Google Shape;558;g3c8497cafaf_1_6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9" name="Google Shape;559;g3c8497cafaf_1_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183C40"/>
                </a:solidFill>
                <a:latin typeface="DM Sans"/>
                <a:ea typeface="DM Sans"/>
                <a:cs typeface="DM Sans"/>
                <a:sym typeface="DM Sans"/>
              </a:rPr>
              <a:t>During seasonal peaks, paid, search, and non-paid traffic rise simultaneously, making attribution ambiguous.</a:t>
            </a:r>
            <a:endParaRPr sz="1200">
              <a:solidFill>
                <a:srgbClr val="183C40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rgbClr val="183C40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183C40"/>
                </a:solidFill>
                <a:latin typeface="DM Sans"/>
                <a:ea typeface="DM Sans"/>
                <a:cs typeface="DM Sans"/>
                <a:sym typeface="DM Sans"/>
              </a:rPr>
              <a:t>Paid social, search, and non-paid traffic all spike during BTS and Black Friday. Is paid spend causing the lift, or is shared seasonal demand driving everything?</a:t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4" name="Shape 5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5" name="Google Shape;565;g3c8500840e4_0_1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6" name="Google Shape;566;g3c8500840e4_0_1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At first glance, paid social spend is extremely correlated with both web traffic and revenue. The raw correlation between spend and sessions is 0.94, and between spend and revenue is 0.77.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If we stopped here, we would conclude that our marketing investment is directly driving revenue with strong efficiency.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After removing 14-day seasonal trends, the paid funnel still shows structure: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>
                <a:solidFill>
                  <a:schemeClr val="dk1"/>
                </a:solidFill>
              </a:rPr>
              <a:t>Spend → Sessions: 0.78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>
                <a:solidFill>
                  <a:schemeClr val="dk1"/>
                </a:solidFill>
              </a:rPr>
              <a:t>Sessions → Revenue: 0.55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>
                <a:solidFill>
                  <a:schemeClr val="dk1"/>
                </a:solidFill>
              </a:rPr>
              <a:t>Spend → Revenue: 0.40</a:t>
            </a:r>
            <a:br>
              <a:rPr lang="en">
                <a:solidFill>
                  <a:schemeClr val="dk1"/>
                </a:solidFill>
              </a:rPr>
            </a:b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This suggests that paid media does drive traffic, and traffic converts to revenue.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However, the magnitude of that relationship is far more modest than raw correlations imply.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Raw: Paid spend ↔ web sessions r=0.94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Deseasonalized: r=0.78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Partial correlation (spend → revenue | sessions): r=-0.03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After removing 14-day seasonal trends and controlling for web traffic, the direct paid-to-revenue relationship effectively disappears. Correlation alone cannot prove marketing works.</a:t>
            </a:r>
            <a:endParaRPr sz="1200">
              <a:solidFill>
                <a:srgbClr val="183C40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5" name="Shape 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Google Shape;576;g3c8500840e4_0_2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7" name="Google Shape;577;g3c8500840e4_0_2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7" name="Shape 5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8" name="Google Shape;588;g3c8500840e4_0_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9" name="Google Shape;589;g3c8500840e4_0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8" name="Shape 5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9" name="Google Shape;599;g3c8500840e4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0" name="Google Shape;600;g3c8500840e4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title only">
  <p:cSld name="BLANK_1_1_1_1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title"/>
          </p:nvPr>
        </p:nvSpPr>
        <p:spPr>
          <a:xfrm>
            <a:off x="361975" y="957403"/>
            <a:ext cx="5627400" cy="587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1" name="Google Shape;11;p2"/>
          <p:cNvSpPr txBox="1"/>
          <p:nvPr>
            <p:ph idx="12" type="sldNum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>
            <a:lvl1pPr lvl="0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lvl="1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lvl="2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lvl="3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lvl="4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lvl="5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lvl="6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lvl="7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lvl="8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2" name="Google Shape;12;p2"/>
          <p:cNvSpPr txBox="1"/>
          <p:nvPr>
            <p:ph idx="1" type="subTitle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700"/>
              <a:buFont typeface="DM Sans"/>
              <a:buNone/>
              <a:defRPr sz="700">
                <a:latin typeface="DM Sans"/>
                <a:ea typeface="DM Sans"/>
                <a:cs typeface="DM Sans"/>
                <a:sym typeface="DM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  <a:sym typeface="DM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  <a:sym typeface="DM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  <a:sym typeface="DM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  <a:sym typeface="DM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  <a:sym typeface="DM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  <a:sym typeface="DM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  <a:sym typeface="DM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  <a:sym typeface="DM Sans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+ 3 Columns">
  <p:cSld name="BLANK_1_1_1_1_3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61975" y="957403"/>
            <a:ext cx="5627400" cy="587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>
            <a:lvl1pPr lvl="0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lvl="1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lvl="2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lvl="3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lvl="4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lvl="5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lvl="6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lvl="7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lvl="8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6" name="Google Shape;16;p3"/>
          <p:cNvSpPr txBox="1"/>
          <p:nvPr>
            <p:ph idx="1" type="subTitle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700"/>
              <a:buFont typeface="DM Sans"/>
              <a:buNone/>
              <a:defRPr sz="700">
                <a:latin typeface="DM Sans"/>
                <a:ea typeface="DM Sans"/>
                <a:cs typeface="DM Sans"/>
                <a:sym typeface="DM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  <a:sym typeface="DM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  <a:sym typeface="DM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  <a:sym typeface="DM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  <a:sym typeface="DM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  <a:sym typeface="DM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  <a:sym typeface="DM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  <a:sym typeface="DM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  <a:sym typeface="DM Sans"/>
              </a:defRPr>
            </a:lvl9pPr>
          </a:lstStyle>
          <a:p/>
        </p:txBody>
      </p:sp>
      <p:sp>
        <p:nvSpPr>
          <p:cNvPr id="17" name="Google Shape;17;p3"/>
          <p:cNvSpPr txBox="1"/>
          <p:nvPr>
            <p:ph idx="2" type="subTitle"/>
          </p:nvPr>
        </p:nvSpPr>
        <p:spPr>
          <a:xfrm>
            <a:off x="362125" y="1853425"/>
            <a:ext cx="2061600" cy="237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3"/>
          <p:cNvSpPr txBox="1"/>
          <p:nvPr>
            <p:ph idx="3" type="subTitle"/>
          </p:nvPr>
        </p:nvSpPr>
        <p:spPr>
          <a:xfrm>
            <a:off x="3154650" y="1853425"/>
            <a:ext cx="2061600" cy="237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4" type="subTitle"/>
          </p:nvPr>
        </p:nvSpPr>
        <p:spPr>
          <a:xfrm>
            <a:off x="6216650" y="1853425"/>
            <a:ext cx="2061600" cy="237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5" type="subTitle"/>
          </p:nvPr>
        </p:nvSpPr>
        <p:spPr>
          <a:xfrm>
            <a:off x="362125" y="2206700"/>
            <a:ext cx="2575800" cy="12483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eyebrow ">
  <p:cSld name="BLANK_1_1_1_1_2_1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idx="12" type="sldNum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>
            <a:lvl1pPr lvl="0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lvl="1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lvl="2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lvl="3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lvl="4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lvl="5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lvl="6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lvl="7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lvl="8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3" name="Google Shape;23;p4"/>
          <p:cNvSpPr txBox="1"/>
          <p:nvPr>
            <p:ph type="title"/>
          </p:nvPr>
        </p:nvSpPr>
        <p:spPr>
          <a:xfrm>
            <a:off x="361975" y="988557"/>
            <a:ext cx="5018400" cy="5877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9pPr>
          </a:lstStyle>
          <a:p/>
        </p:txBody>
      </p:sp>
      <p:sp>
        <p:nvSpPr>
          <p:cNvPr id="24" name="Google Shape;24;p4"/>
          <p:cNvSpPr txBox="1"/>
          <p:nvPr>
            <p:ph idx="1" type="subTitle"/>
          </p:nvPr>
        </p:nvSpPr>
        <p:spPr>
          <a:xfrm>
            <a:off x="361975" y="732775"/>
            <a:ext cx="4163100" cy="138600"/>
          </a:xfrm>
          <a:prstGeom prst="rect">
            <a:avLst/>
          </a:prstGeom>
        </p:spPr>
        <p:txBody>
          <a:bodyPr anchorCtr="0" anchor="b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2" type="subTitle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700"/>
              <a:buFont typeface="DM Sans"/>
              <a:buNone/>
              <a:defRPr sz="700">
                <a:latin typeface="DM Sans"/>
                <a:ea typeface="DM Sans"/>
                <a:cs typeface="DM Sans"/>
                <a:sym typeface="DM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agenda">
  <p:cSld name="BLANK_1_1_1_1_1_1_1_1_1_1_1">
    <p:bg>
      <p:bgPr>
        <a:solidFill>
          <a:schemeClr val="lt1"/>
        </a:solid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5"/>
          <p:cNvSpPr txBox="1"/>
          <p:nvPr>
            <p:ph idx="1" type="subTitle"/>
          </p:nvPr>
        </p:nvSpPr>
        <p:spPr>
          <a:xfrm>
            <a:off x="361975" y="2841984"/>
            <a:ext cx="3154800" cy="219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28" name="Google Shape;28;p5"/>
          <p:cNvSpPr txBox="1"/>
          <p:nvPr>
            <p:ph type="title"/>
          </p:nvPr>
        </p:nvSpPr>
        <p:spPr>
          <a:xfrm>
            <a:off x="361975" y="962100"/>
            <a:ext cx="4163100" cy="5877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1"/>
                </a:solidFill>
              </a:defRPr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1"/>
                </a:solidFill>
              </a:defRPr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1"/>
                </a:solidFill>
              </a:defRPr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1"/>
                </a:solidFill>
              </a:defRPr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1"/>
                </a:solidFill>
              </a:defRPr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1"/>
                </a:solidFill>
              </a:defRPr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1"/>
                </a:solidFill>
              </a:defRPr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1"/>
                </a:solidFill>
              </a:defRPr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29" name="Google Shape;29;p5"/>
          <p:cNvSpPr txBox="1"/>
          <p:nvPr>
            <p:ph idx="12" type="sldNum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0" name="Google Shape;30;p5"/>
          <p:cNvSpPr txBox="1"/>
          <p:nvPr>
            <p:ph idx="2" type="subTitle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DM Sans"/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31" name="Google Shape;31;p5"/>
          <p:cNvSpPr txBox="1"/>
          <p:nvPr>
            <p:ph idx="3" type="subTitle"/>
          </p:nvPr>
        </p:nvSpPr>
        <p:spPr>
          <a:xfrm>
            <a:off x="4909675" y="2841984"/>
            <a:ext cx="3154800" cy="219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32" name="Google Shape;32;p5"/>
          <p:cNvSpPr txBox="1"/>
          <p:nvPr>
            <p:ph idx="4" type="subTitle"/>
          </p:nvPr>
        </p:nvSpPr>
        <p:spPr>
          <a:xfrm>
            <a:off x="361975" y="3493626"/>
            <a:ext cx="3154800" cy="219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33" name="Google Shape;33;p5"/>
          <p:cNvSpPr txBox="1"/>
          <p:nvPr>
            <p:ph idx="5" type="subTitle"/>
          </p:nvPr>
        </p:nvSpPr>
        <p:spPr>
          <a:xfrm>
            <a:off x="4909675" y="3493626"/>
            <a:ext cx="3154800" cy="219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34" name="Google Shape;34;p5"/>
          <p:cNvSpPr txBox="1"/>
          <p:nvPr>
            <p:ph idx="6" type="subTitle"/>
          </p:nvPr>
        </p:nvSpPr>
        <p:spPr>
          <a:xfrm>
            <a:off x="361975" y="4145267"/>
            <a:ext cx="3154800" cy="219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35" name="Google Shape;35;p5"/>
          <p:cNvSpPr txBox="1"/>
          <p:nvPr>
            <p:ph idx="7" type="subTitle"/>
          </p:nvPr>
        </p:nvSpPr>
        <p:spPr>
          <a:xfrm>
            <a:off x="4909675" y="4145267"/>
            <a:ext cx="3154800" cy="219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big ideas - Horizontal - Light">
  <p:cSld name="BLANK_1_1_1_1_1_1_1_1_1_1_1_1_1_1_2">
    <p:bg>
      <p:bgPr>
        <a:solidFill>
          <a:schemeClr val="accent6"/>
        </a:solidFill>
      </p:bgPr>
    </p:bg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6"/>
          <p:cNvSpPr txBox="1"/>
          <p:nvPr>
            <p:ph idx="12" type="sldNum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>
            <a:lvl1pPr lvl="0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lvl="1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lvl="2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lvl="3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lvl="4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lvl="5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lvl="6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lvl="7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lvl="8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u="sng"/>
          </a:p>
        </p:txBody>
      </p:sp>
      <p:sp>
        <p:nvSpPr>
          <p:cNvPr id="38" name="Google Shape;38;p6"/>
          <p:cNvSpPr txBox="1"/>
          <p:nvPr>
            <p:ph idx="1" type="subTitle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700"/>
              <a:buFont typeface="DM Sans"/>
              <a:buNone/>
              <a:defRPr sz="700">
                <a:latin typeface="DM Sans"/>
                <a:ea typeface="DM Sans"/>
                <a:cs typeface="DM Sans"/>
                <a:sym typeface="DM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2" type="body"/>
          </p:nvPr>
        </p:nvSpPr>
        <p:spPr>
          <a:xfrm>
            <a:off x="4845475" y="1361028"/>
            <a:ext cx="3382500" cy="4314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 sz="1000"/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 sz="1000"/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 sz="1000"/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 sz="1000"/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 sz="1000"/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 sz="1000"/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 sz="1000"/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 sz="1000"/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Clr>
                <a:schemeClr val="lt1"/>
              </a:buClr>
              <a:buSzPts val="1000"/>
              <a:buFont typeface="DM Sans"/>
              <a:buChar char="■"/>
              <a:defRPr sz="1000"/>
            </a:lvl9pPr>
          </a:lstStyle>
          <a:p/>
        </p:txBody>
      </p:sp>
      <p:sp>
        <p:nvSpPr>
          <p:cNvPr id="40" name="Google Shape;40;p6"/>
          <p:cNvSpPr txBox="1"/>
          <p:nvPr>
            <p:ph idx="3" type="subTitle"/>
          </p:nvPr>
        </p:nvSpPr>
        <p:spPr>
          <a:xfrm>
            <a:off x="4845475" y="1028377"/>
            <a:ext cx="3382500" cy="2376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600"/>
              <a:buFont typeface="DM Sans Light"/>
              <a:buNone/>
              <a:defRPr sz="1600"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600"/>
              <a:buFont typeface="DM Sans Light"/>
              <a:buNone/>
              <a:defRPr sz="1600"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600"/>
              <a:buFont typeface="DM Sans Light"/>
              <a:buNone/>
              <a:defRPr sz="1600"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600"/>
              <a:buFont typeface="DM Sans Light"/>
              <a:buNone/>
              <a:defRPr sz="1600"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600"/>
              <a:buFont typeface="DM Sans Light"/>
              <a:buNone/>
              <a:defRPr sz="1600"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600"/>
              <a:buFont typeface="DM Sans Light"/>
              <a:buNone/>
              <a:defRPr sz="1600"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600"/>
              <a:buFont typeface="DM Sans Light"/>
              <a:buNone/>
              <a:defRPr sz="1600"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600"/>
              <a:buFont typeface="DM Sans Light"/>
              <a:buNone/>
              <a:defRPr sz="1600"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41" name="Google Shape;41;p6"/>
          <p:cNvSpPr txBox="1"/>
          <p:nvPr>
            <p:ph idx="4" type="body"/>
          </p:nvPr>
        </p:nvSpPr>
        <p:spPr>
          <a:xfrm>
            <a:off x="4845475" y="2595865"/>
            <a:ext cx="3382500" cy="4314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●"/>
              <a:defRPr sz="1000">
                <a:solidFill>
                  <a:schemeClr val="dk1"/>
                </a:solidFill>
              </a:defRPr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○"/>
              <a:defRPr sz="1000">
                <a:solidFill>
                  <a:schemeClr val="dk1"/>
                </a:solidFill>
              </a:defRPr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■"/>
              <a:defRPr sz="1000">
                <a:solidFill>
                  <a:schemeClr val="dk1"/>
                </a:solidFill>
              </a:defRPr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●"/>
              <a:defRPr sz="1000">
                <a:solidFill>
                  <a:schemeClr val="dk1"/>
                </a:solidFill>
              </a:defRPr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○"/>
              <a:defRPr sz="1000">
                <a:solidFill>
                  <a:schemeClr val="dk1"/>
                </a:solidFill>
              </a:defRPr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■"/>
              <a:defRPr sz="1000">
                <a:solidFill>
                  <a:schemeClr val="dk1"/>
                </a:solidFill>
              </a:defRPr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●"/>
              <a:defRPr sz="1000">
                <a:solidFill>
                  <a:schemeClr val="dk1"/>
                </a:solidFill>
              </a:defRPr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○"/>
              <a:defRPr sz="1000">
                <a:solidFill>
                  <a:schemeClr val="dk1"/>
                </a:solidFill>
              </a:defRPr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DM Sans"/>
              <a:buChar char="■"/>
              <a:defRPr sz="10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42" name="Google Shape;42;p6"/>
          <p:cNvSpPr txBox="1"/>
          <p:nvPr>
            <p:ph idx="5" type="subTitle"/>
          </p:nvPr>
        </p:nvSpPr>
        <p:spPr>
          <a:xfrm>
            <a:off x="4845475" y="2263215"/>
            <a:ext cx="3382500" cy="2376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 Light"/>
              <a:buNone/>
              <a:defRPr sz="16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 Light"/>
              <a:buNone/>
              <a:defRPr sz="16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 Light"/>
              <a:buNone/>
              <a:defRPr sz="16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 Light"/>
              <a:buNone/>
              <a:defRPr sz="16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 Light"/>
              <a:buNone/>
              <a:defRPr sz="16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 Light"/>
              <a:buNone/>
              <a:defRPr sz="16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 Light"/>
              <a:buNone/>
              <a:defRPr sz="16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 Light"/>
              <a:buNone/>
              <a:defRPr sz="16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43" name="Google Shape;43;p6"/>
          <p:cNvSpPr txBox="1"/>
          <p:nvPr>
            <p:ph idx="6" type="body"/>
          </p:nvPr>
        </p:nvSpPr>
        <p:spPr>
          <a:xfrm>
            <a:off x="4845475" y="3870078"/>
            <a:ext cx="3382500" cy="4314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indent="-2921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●"/>
              <a:defRPr sz="1000">
                <a:solidFill>
                  <a:schemeClr val="dk1"/>
                </a:solidFill>
              </a:defRPr>
            </a:lvl1pPr>
            <a:lvl2pPr indent="-292100" lvl="1" marL="9144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○"/>
              <a:defRPr sz="1000">
                <a:solidFill>
                  <a:schemeClr val="dk1"/>
                </a:solidFill>
              </a:defRPr>
            </a:lvl2pPr>
            <a:lvl3pPr indent="-292100" lvl="2" marL="13716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■"/>
              <a:defRPr sz="1000">
                <a:solidFill>
                  <a:schemeClr val="dk1"/>
                </a:solidFill>
              </a:defRPr>
            </a:lvl3pPr>
            <a:lvl4pPr indent="-292100" lvl="3" marL="18288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●"/>
              <a:defRPr sz="1000">
                <a:solidFill>
                  <a:schemeClr val="dk1"/>
                </a:solidFill>
              </a:defRPr>
            </a:lvl4pPr>
            <a:lvl5pPr indent="-292100" lvl="4" marL="22860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○"/>
              <a:defRPr sz="1000">
                <a:solidFill>
                  <a:schemeClr val="dk1"/>
                </a:solidFill>
              </a:defRPr>
            </a:lvl5pPr>
            <a:lvl6pPr indent="-292100" lvl="5" marL="27432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■"/>
              <a:defRPr sz="1000">
                <a:solidFill>
                  <a:schemeClr val="dk1"/>
                </a:solidFill>
              </a:defRPr>
            </a:lvl6pPr>
            <a:lvl7pPr indent="-292100" lvl="6" marL="32004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●"/>
              <a:defRPr sz="1000">
                <a:solidFill>
                  <a:schemeClr val="dk1"/>
                </a:solidFill>
              </a:defRPr>
            </a:lvl7pPr>
            <a:lvl8pPr indent="-292100" lvl="7" marL="36576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○"/>
              <a:defRPr sz="1000">
                <a:solidFill>
                  <a:schemeClr val="dk1"/>
                </a:solidFill>
              </a:defRPr>
            </a:lvl8pPr>
            <a:lvl9pPr indent="-292100" lvl="8" marL="4114800">
              <a:lnSpc>
                <a:spcPct val="100000"/>
              </a:lnSpc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DM Sans"/>
              <a:buChar char="■"/>
              <a:defRPr sz="10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44" name="Google Shape;44;p6"/>
          <p:cNvSpPr txBox="1"/>
          <p:nvPr>
            <p:ph idx="7" type="subTitle"/>
          </p:nvPr>
        </p:nvSpPr>
        <p:spPr>
          <a:xfrm>
            <a:off x="4845475" y="3537427"/>
            <a:ext cx="3382500" cy="2376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 Light"/>
              <a:buNone/>
              <a:defRPr sz="16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 Light"/>
              <a:buNone/>
              <a:defRPr sz="16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 Light"/>
              <a:buNone/>
              <a:defRPr sz="16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 Light"/>
              <a:buNone/>
              <a:defRPr sz="16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 Light"/>
              <a:buNone/>
              <a:defRPr sz="16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 Light"/>
              <a:buNone/>
              <a:defRPr sz="16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 Light"/>
              <a:buNone/>
              <a:defRPr sz="16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 Light"/>
              <a:buNone/>
              <a:defRPr sz="16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45" name="Google Shape;45;p6"/>
          <p:cNvSpPr txBox="1"/>
          <p:nvPr>
            <p:ph type="title"/>
          </p:nvPr>
        </p:nvSpPr>
        <p:spPr>
          <a:xfrm>
            <a:off x="361975" y="988555"/>
            <a:ext cx="3860100" cy="5877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9pPr>
          </a:lstStyle>
          <a:p/>
        </p:txBody>
      </p:sp>
      <p:sp>
        <p:nvSpPr>
          <p:cNvPr id="46" name="Google Shape;46;p6"/>
          <p:cNvSpPr txBox="1"/>
          <p:nvPr>
            <p:ph idx="8" type="subTitle"/>
          </p:nvPr>
        </p:nvSpPr>
        <p:spPr>
          <a:xfrm>
            <a:off x="361975" y="732775"/>
            <a:ext cx="3860100" cy="138600"/>
          </a:xfrm>
          <a:prstGeom prst="rect">
            <a:avLst/>
          </a:prstGeom>
        </p:spPr>
        <p:txBody>
          <a:bodyPr anchorCtr="0" anchor="b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big ideas - Horizontal - Light - Alt 1">
  <p:cSld name="BLANK_1_1_1_1_1_1_1_1_1_1_1_1_1_1_2_2">
    <p:bg>
      <p:bgPr>
        <a:solidFill>
          <a:schemeClr val="accent6"/>
        </a:solidFill>
      </p:bgPr>
    </p:bg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7"/>
          <p:cNvSpPr txBox="1"/>
          <p:nvPr>
            <p:ph idx="1" type="subTitle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700"/>
              <a:buFont typeface="DM Sans"/>
              <a:buNone/>
              <a:defRPr sz="700">
                <a:latin typeface="DM Sans"/>
                <a:ea typeface="DM Sans"/>
                <a:cs typeface="DM Sans"/>
                <a:sym typeface="DM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7"/>
          <p:cNvSpPr txBox="1"/>
          <p:nvPr>
            <p:ph idx="2" type="body"/>
          </p:nvPr>
        </p:nvSpPr>
        <p:spPr>
          <a:xfrm>
            <a:off x="4845475" y="998689"/>
            <a:ext cx="3382500" cy="5877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 sz="1000"/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 sz="1000"/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 sz="1000"/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 sz="1000"/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 sz="1000"/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 sz="1000"/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 sz="1000"/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 sz="1000"/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Clr>
                <a:schemeClr val="lt1"/>
              </a:buClr>
              <a:buSzPts val="1000"/>
              <a:buFont typeface="DM Sans"/>
              <a:buChar char="■"/>
              <a:defRPr sz="1000"/>
            </a:lvl9pPr>
          </a:lstStyle>
          <a:p/>
        </p:txBody>
      </p:sp>
      <p:sp>
        <p:nvSpPr>
          <p:cNvPr id="50" name="Google Shape;50;p7"/>
          <p:cNvSpPr txBox="1"/>
          <p:nvPr>
            <p:ph idx="3" type="subTitle"/>
          </p:nvPr>
        </p:nvSpPr>
        <p:spPr>
          <a:xfrm>
            <a:off x="4845475" y="666041"/>
            <a:ext cx="3382500" cy="2376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600"/>
              <a:buFont typeface="DM Sans Light"/>
              <a:buNone/>
              <a:defRPr sz="1600"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600"/>
              <a:buFont typeface="DM Sans Light"/>
              <a:buNone/>
              <a:defRPr sz="1600"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600"/>
              <a:buFont typeface="DM Sans Light"/>
              <a:buNone/>
              <a:defRPr sz="1600"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600"/>
              <a:buFont typeface="DM Sans Light"/>
              <a:buNone/>
              <a:defRPr sz="1600"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600"/>
              <a:buFont typeface="DM Sans Light"/>
              <a:buNone/>
              <a:defRPr sz="1600"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600"/>
              <a:buFont typeface="DM Sans Light"/>
              <a:buNone/>
              <a:defRPr sz="1600"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600"/>
              <a:buFont typeface="DM Sans Light"/>
              <a:buNone/>
              <a:defRPr sz="1600"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600"/>
              <a:buFont typeface="DM Sans Light"/>
              <a:buNone/>
              <a:defRPr sz="1600"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51" name="Google Shape;51;p7"/>
          <p:cNvSpPr txBox="1"/>
          <p:nvPr>
            <p:ph type="title"/>
          </p:nvPr>
        </p:nvSpPr>
        <p:spPr>
          <a:xfrm>
            <a:off x="361975" y="988555"/>
            <a:ext cx="3860100" cy="5877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4" type="subTitle"/>
          </p:nvPr>
        </p:nvSpPr>
        <p:spPr>
          <a:xfrm>
            <a:off x="361975" y="732775"/>
            <a:ext cx="3860100" cy="138600"/>
          </a:xfrm>
          <a:prstGeom prst="rect">
            <a:avLst/>
          </a:prstGeom>
        </p:spPr>
        <p:txBody>
          <a:bodyPr anchorCtr="0" anchor="b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5" type="body"/>
          </p:nvPr>
        </p:nvSpPr>
        <p:spPr>
          <a:xfrm>
            <a:off x="4845475" y="3927439"/>
            <a:ext cx="3382500" cy="5877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●"/>
              <a:defRPr sz="1000">
                <a:solidFill>
                  <a:schemeClr val="dk1"/>
                </a:solidFill>
              </a:defRPr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○"/>
              <a:defRPr sz="1000">
                <a:solidFill>
                  <a:schemeClr val="dk1"/>
                </a:solidFill>
              </a:defRPr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■"/>
              <a:defRPr sz="1000">
                <a:solidFill>
                  <a:schemeClr val="dk1"/>
                </a:solidFill>
              </a:defRPr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●"/>
              <a:defRPr sz="1000">
                <a:solidFill>
                  <a:schemeClr val="dk1"/>
                </a:solidFill>
              </a:defRPr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○"/>
              <a:defRPr sz="1000">
                <a:solidFill>
                  <a:schemeClr val="dk1"/>
                </a:solidFill>
              </a:defRPr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■"/>
              <a:defRPr sz="1000">
                <a:solidFill>
                  <a:schemeClr val="dk1"/>
                </a:solidFill>
              </a:defRPr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●"/>
              <a:defRPr sz="1000">
                <a:solidFill>
                  <a:schemeClr val="dk1"/>
                </a:solidFill>
              </a:defRPr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○"/>
              <a:defRPr sz="1000">
                <a:solidFill>
                  <a:schemeClr val="dk1"/>
                </a:solidFill>
              </a:defRPr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DM Sans"/>
              <a:buChar char="■"/>
              <a:defRPr sz="10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54" name="Google Shape;54;p7"/>
          <p:cNvSpPr txBox="1"/>
          <p:nvPr>
            <p:ph idx="6" type="subTitle"/>
          </p:nvPr>
        </p:nvSpPr>
        <p:spPr>
          <a:xfrm>
            <a:off x="4845475" y="3594791"/>
            <a:ext cx="3382500" cy="2376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600"/>
              <a:buFont typeface="DM Sans Light"/>
              <a:buNone/>
              <a:defRPr sz="1600"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600"/>
              <a:buFont typeface="DM Sans Light"/>
              <a:buNone/>
              <a:defRPr sz="1600"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600"/>
              <a:buFont typeface="DM Sans Light"/>
              <a:buNone/>
              <a:defRPr sz="1600"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600"/>
              <a:buFont typeface="DM Sans Light"/>
              <a:buNone/>
              <a:defRPr sz="1600"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600"/>
              <a:buFont typeface="DM Sans Light"/>
              <a:buNone/>
              <a:defRPr sz="1600"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600"/>
              <a:buFont typeface="DM Sans Light"/>
              <a:buNone/>
              <a:defRPr sz="1600"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600"/>
              <a:buFont typeface="DM Sans Light"/>
              <a:buNone/>
              <a:defRPr sz="1600"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600"/>
              <a:buFont typeface="DM Sans Light"/>
              <a:buNone/>
              <a:defRPr sz="1600"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55" name="Google Shape;55;p7"/>
          <p:cNvSpPr txBox="1"/>
          <p:nvPr>
            <p:ph idx="7" type="body"/>
          </p:nvPr>
        </p:nvSpPr>
        <p:spPr>
          <a:xfrm>
            <a:off x="4845475" y="2431037"/>
            <a:ext cx="3382500" cy="5877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indent="-2921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●"/>
              <a:defRPr sz="1000">
                <a:solidFill>
                  <a:schemeClr val="dk1"/>
                </a:solidFill>
              </a:defRPr>
            </a:lvl1pPr>
            <a:lvl2pPr indent="-292100" lvl="1" marL="9144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○"/>
              <a:defRPr sz="1000">
                <a:solidFill>
                  <a:schemeClr val="dk1"/>
                </a:solidFill>
              </a:defRPr>
            </a:lvl2pPr>
            <a:lvl3pPr indent="-292100" lvl="2" marL="13716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■"/>
              <a:defRPr sz="1000">
                <a:solidFill>
                  <a:schemeClr val="dk1"/>
                </a:solidFill>
              </a:defRPr>
            </a:lvl3pPr>
            <a:lvl4pPr indent="-292100" lvl="3" marL="18288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●"/>
              <a:defRPr sz="1000">
                <a:solidFill>
                  <a:schemeClr val="dk1"/>
                </a:solidFill>
              </a:defRPr>
            </a:lvl4pPr>
            <a:lvl5pPr indent="-292100" lvl="4" marL="22860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○"/>
              <a:defRPr sz="1000">
                <a:solidFill>
                  <a:schemeClr val="dk1"/>
                </a:solidFill>
              </a:defRPr>
            </a:lvl5pPr>
            <a:lvl6pPr indent="-292100" lvl="5" marL="27432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■"/>
              <a:defRPr sz="1000">
                <a:solidFill>
                  <a:schemeClr val="dk1"/>
                </a:solidFill>
              </a:defRPr>
            </a:lvl6pPr>
            <a:lvl7pPr indent="-292100" lvl="6" marL="32004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●"/>
              <a:defRPr sz="1000">
                <a:solidFill>
                  <a:schemeClr val="dk1"/>
                </a:solidFill>
              </a:defRPr>
            </a:lvl7pPr>
            <a:lvl8pPr indent="-292100" lvl="7" marL="36576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○"/>
              <a:defRPr sz="1000">
                <a:solidFill>
                  <a:schemeClr val="dk1"/>
                </a:solidFill>
              </a:defRPr>
            </a:lvl8pPr>
            <a:lvl9pPr indent="-292100" lvl="8" marL="4114800">
              <a:lnSpc>
                <a:spcPct val="100000"/>
              </a:lnSpc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DM Sans"/>
              <a:buChar char="■"/>
              <a:defRPr sz="10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56" name="Google Shape;56;p7"/>
          <p:cNvSpPr txBox="1"/>
          <p:nvPr>
            <p:ph idx="8" type="subTitle"/>
          </p:nvPr>
        </p:nvSpPr>
        <p:spPr>
          <a:xfrm>
            <a:off x="4845475" y="2098390"/>
            <a:ext cx="3382500" cy="2376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 Light"/>
              <a:buNone/>
              <a:defRPr sz="16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 Light"/>
              <a:buNone/>
              <a:defRPr sz="16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 Light"/>
              <a:buNone/>
              <a:defRPr sz="16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 Light"/>
              <a:buNone/>
              <a:defRPr sz="16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 Light"/>
              <a:buNone/>
              <a:defRPr sz="16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 Light"/>
              <a:buNone/>
              <a:defRPr sz="16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 Light"/>
              <a:buNone/>
              <a:defRPr sz="16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 Light"/>
              <a:buNone/>
              <a:defRPr sz="16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57" name="Google Shape;57;p7"/>
          <p:cNvSpPr txBox="1"/>
          <p:nvPr>
            <p:ph idx="9" type="body"/>
          </p:nvPr>
        </p:nvSpPr>
        <p:spPr>
          <a:xfrm>
            <a:off x="356100" y="3243900"/>
            <a:ext cx="2798700" cy="1334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●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○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■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●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○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■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●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○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Clr>
                <a:schemeClr val="lt1"/>
              </a:buClr>
              <a:buSzPts val="1000"/>
              <a:buFont typeface="DM Sans Light"/>
              <a:buChar char="■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big ideas - Horizontal - Dark">
  <p:cSld name="BLANK_1_1_1_1_1_1_1_1_1_1_1_1_1_1_2_1">
    <p:bg>
      <p:bgPr>
        <a:solidFill>
          <a:schemeClr val="lt1"/>
        </a:solidFill>
      </p:bgPr>
    </p:bg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idx="12" type="sldNum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0" name="Google Shape;60;p8"/>
          <p:cNvSpPr txBox="1"/>
          <p:nvPr>
            <p:ph idx="1" type="subTitle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DM Sans"/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61" name="Google Shape;61;p8"/>
          <p:cNvSpPr txBox="1"/>
          <p:nvPr>
            <p:ph idx="2" type="body"/>
          </p:nvPr>
        </p:nvSpPr>
        <p:spPr>
          <a:xfrm>
            <a:off x="4845475" y="1361028"/>
            <a:ext cx="3382500" cy="4314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 sz="1000"/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 sz="1000"/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 sz="1000"/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 sz="1000"/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 sz="1000"/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 sz="1000"/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 sz="1000"/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 sz="1000"/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Clr>
                <a:schemeClr val="lt1"/>
              </a:buClr>
              <a:buSzPts val="1000"/>
              <a:buFont typeface="DM Sans"/>
              <a:buChar char="■"/>
              <a:defRPr sz="1000"/>
            </a:lvl9pPr>
          </a:lstStyle>
          <a:p/>
        </p:txBody>
      </p:sp>
      <p:sp>
        <p:nvSpPr>
          <p:cNvPr id="62" name="Google Shape;62;p8"/>
          <p:cNvSpPr txBox="1"/>
          <p:nvPr>
            <p:ph idx="3" type="subTitle"/>
          </p:nvPr>
        </p:nvSpPr>
        <p:spPr>
          <a:xfrm>
            <a:off x="4845475" y="1028377"/>
            <a:ext cx="3382500" cy="2376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600"/>
              <a:buFont typeface="DM Sans Light"/>
              <a:buNone/>
              <a:defRPr sz="1600"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600"/>
              <a:buFont typeface="DM Sans Light"/>
              <a:buNone/>
              <a:defRPr sz="1600"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600"/>
              <a:buFont typeface="DM Sans Light"/>
              <a:buNone/>
              <a:defRPr sz="1600"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600"/>
              <a:buFont typeface="DM Sans Light"/>
              <a:buNone/>
              <a:defRPr sz="1600"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600"/>
              <a:buFont typeface="DM Sans Light"/>
              <a:buNone/>
              <a:defRPr sz="1600"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600"/>
              <a:buFont typeface="DM Sans Light"/>
              <a:buNone/>
              <a:defRPr sz="1600"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600"/>
              <a:buFont typeface="DM Sans Light"/>
              <a:buNone/>
              <a:defRPr sz="1600"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600"/>
              <a:buFont typeface="DM Sans Light"/>
              <a:buNone/>
              <a:defRPr sz="1600"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63" name="Google Shape;63;p8"/>
          <p:cNvSpPr txBox="1"/>
          <p:nvPr>
            <p:ph idx="4" type="body"/>
          </p:nvPr>
        </p:nvSpPr>
        <p:spPr>
          <a:xfrm>
            <a:off x="4845475" y="2595865"/>
            <a:ext cx="3382500" cy="4314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●"/>
              <a:defRPr sz="1000">
                <a:solidFill>
                  <a:schemeClr val="dk1"/>
                </a:solidFill>
              </a:defRPr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○"/>
              <a:defRPr sz="1000">
                <a:solidFill>
                  <a:schemeClr val="dk1"/>
                </a:solidFill>
              </a:defRPr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■"/>
              <a:defRPr sz="1000">
                <a:solidFill>
                  <a:schemeClr val="dk1"/>
                </a:solidFill>
              </a:defRPr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●"/>
              <a:defRPr sz="1000">
                <a:solidFill>
                  <a:schemeClr val="dk1"/>
                </a:solidFill>
              </a:defRPr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○"/>
              <a:defRPr sz="1000">
                <a:solidFill>
                  <a:schemeClr val="dk1"/>
                </a:solidFill>
              </a:defRPr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■"/>
              <a:defRPr sz="1000">
                <a:solidFill>
                  <a:schemeClr val="dk1"/>
                </a:solidFill>
              </a:defRPr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●"/>
              <a:defRPr sz="1000">
                <a:solidFill>
                  <a:schemeClr val="dk1"/>
                </a:solidFill>
              </a:defRPr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○"/>
              <a:defRPr sz="1000">
                <a:solidFill>
                  <a:schemeClr val="dk1"/>
                </a:solidFill>
              </a:defRPr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DM Sans"/>
              <a:buChar char="■"/>
              <a:defRPr sz="10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64" name="Google Shape;64;p8"/>
          <p:cNvSpPr txBox="1"/>
          <p:nvPr>
            <p:ph idx="5" type="subTitle"/>
          </p:nvPr>
        </p:nvSpPr>
        <p:spPr>
          <a:xfrm>
            <a:off x="4845475" y="2263215"/>
            <a:ext cx="3382500" cy="2376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 Light"/>
              <a:buNone/>
              <a:defRPr sz="16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 Light"/>
              <a:buNone/>
              <a:defRPr sz="16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 Light"/>
              <a:buNone/>
              <a:defRPr sz="16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 Light"/>
              <a:buNone/>
              <a:defRPr sz="16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 Light"/>
              <a:buNone/>
              <a:defRPr sz="16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 Light"/>
              <a:buNone/>
              <a:defRPr sz="16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 Light"/>
              <a:buNone/>
              <a:defRPr sz="16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 Light"/>
              <a:buNone/>
              <a:defRPr sz="16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65" name="Google Shape;65;p8"/>
          <p:cNvSpPr txBox="1"/>
          <p:nvPr>
            <p:ph idx="6" type="body"/>
          </p:nvPr>
        </p:nvSpPr>
        <p:spPr>
          <a:xfrm>
            <a:off x="4845475" y="3870078"/>
            <a:ext cx="3382500" cy="4314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indent="-2921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DM Sans"/>
              <a:buChar char="●"/>
              <a:defRPr sz="1000"/>
            </a:lvl1pPr>
            <a:lvl2pPr indent="-292100" lvl="1" marL="9144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Font typeface="DM Sans"/>
              <a:buChar char="○"/>
              <a:defRPr sz="1000"/>
            </a:lvl2pPr>
            <a:lvl3pPr indent="-292100" lvl="2" marL="13716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Font typeface="DM Sans"/>
              <a:buChar char="■"/>
              <a:defRPr sz="1000"/>
            </a:lvl3pPr>
            <a:lvl4pPr indent="-292100" lvl="3" marL="18288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Font typeface="DM Sans"/>
              <a:buChar char="●"/>
              <a:defRPr sz="1000"/>
            </a:lvl4pPr>
            <a:lvl5pPr indent="-292100" lvl="4" marL="22860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Font typeface="DM Sans"/>
              <a:buChar char="○"/>
              <a:defRPr sz="1000"/>
            </a:lvl5pPr>
            <a:lvl6pPr indent="-292100" lvl="5" marL="27432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Font typeface="DM Sans"/>
              <a:buChar char="■"/>
              <a:defRPr sz="1000"/>
            </a:lvl6pPr>
            <a:lvl7pPr indent="-292100" lvl="6" marL="32004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Font typeface="DM Sans"/>
              <a:buChar char="●"/>
              <a:defRPr sz="1000"/>
            </a:lvl7pPr>
            <a:lvl8pPr indent="-292100" lvl="7" marL="36576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Font typeface="DM Sans"/>
              <a:buChar char="○"/>
              <a:defRPr sz="1000"/>
            </a:lvl8pPr>
            <a:lvl9pPr indent="-292100" lvl="8" marL="4114800">
              <a:lnSpc>
                <a:spcPct val="100000"/>
              </a:lnSpc>
              <a:spcBef>
                <a:spcPts val="800"/>
              </a:spcBef>
              <a:spcAft>
                <a:spcPts val="800"/>
              </a:spcAft>
              <a:buSzPts val="1000"/>
              <a:buFont typeface="DM Sans"/>
              <a:buChar char="■"/>
              <a:defRPr sz="1000"/>
            </a:lvl9pPr>
          </a:lstStyle>
          <a:p/>
        </p:txBody>
      </p:sp>
      <p:sp>
        <p:nvSpPr>
          <p:cNvPr id="66" name="Google Shape;66;p8"/>
          <p:cNvSpPr txBox="1"/>
          <p:nvPr>
            <p:ph idx="7" type="subTitle"/>
          </p:nvPr>
        </p:nvSpPr>
        <p:spPr>
          <a:xfrm>
            <a:off x="4845475" y="3537427"/>
            <a:ext cx="3382500" cy="2376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600"/>
              <a:buFont typeface="DM Sans Light"/>
              <a:buNone/>
              <a:defRPr sz="1600"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600"/>
              <a:buFont typeface="DM Sans Light"/>
              <a:buNone/>
              <a:defRPr sz="1600"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600"/>
              <a:buFont typeface="DM Sans Light"/>
              <a:buNone/>
              <a:defRPr sz="1600"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600"/>
              <a:buFont typeface="DM Sans Light"/>
              <a:buNone/>
              <a:defRPr sz="1600"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600"/>
              <a:buFont typeface="DM Sans Light"/>
              <a:buNone/>
              <a:defRPr sz="1600"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600"/>
              <a:buFont typeface="DM Sans Light"/>
              <a:buNone/>
              <a:defRPr sz="1600"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600"/>
              <a:buFont typeface="DM Sans Light"/>
              <a:buNone/>
              <a:defRPr sz="1600"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600"/>
              <a:buFont typeface="DM Sans Light"/>
              <a:buNone/>
              <a:defRPr sz="1600"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67" name="Google Shape;67;p8"/>
          <p:cNvSpPr txBox="1"/>
          <p:nvPr>
            <p:ph type="title"/>
          </p:nvPr>
        </p:nvSpPr>
        <p:spPr>
          <a:xfrm>
            <a:off x="361975" y="988555"/>
            <a:ext cx="3860100" cy="5877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>
                <a:solidFill>
                  <a:schemeClr val="dk1"/>
                </a:solidFill>
              </a:defRPr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>
                <a:solidFill>
                  <a:schemeClr val="dk1"/>
                </a:solidFill>
              </a:defRPr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>
                <a:solidFill>
                  <a:schemeClr val="dk1"/>
                </a:solidFill>
              </a:defRPr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>
                <a:solidFill>
                  <a:schemeClr val="dk1"/>
                </a:solidFill>
              </a:defRPr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>
                <a:solidFill>
                  <a:schemeClr val="dk1"/>
                </a:solidFill>
              </a:defRPr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>
                <a:solidFill>
                  <a:schemeClr val="dk1"/>
                </a:solidFill>
              </a:defRPr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>
                <a:solidFill>
                  <a:schemeClr val="dk1"/>
                </a:solidFill>
              </a:defRPr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>
                <a:solidFill>
                  <a:schemeClr val="dk1"/>
                </a:solidFill>
              </a:defRPr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68" name="Google Shape;68;p8"/>
          <p:cNvSpPr txBox="1"/>
          <p:nvPr>
            <p:ph idx="8" type="subTitle"/>
          </p:nvPr>
        </p:nvSpPr>
        <p:spPr>
          <a:xfrm>
            <a:off x="361975" y="732775"/>
            <a:ext cx="3860100" cy="138600"/>
          </a:xfrm>
          <a:prstGeom prst="rect">
            <a:avLst/>
          </a:prstGeom>
        </p:spPr>
        <p:txBody>
          <a:bodyPr anchorCtr="0" anchor="b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None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four big ideas">
  <p:cSld name="BLANK_1_1_1_1_1_1_1_1_1_1_1_1_1_1_1">
    <p:bg>
      <p:bgPr>
        <a:solidFill>
          <a:schemeClr val="lt1"/>
        </a:solidFill>
      </p:bgPr>
    </p:bg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9"/>
          <p:cNvSpPr txBox="1"/>
          <p:nvPr>
            <p:ph idx="1" type="body"/>
          </p:nvPr>
        </p:nvSpPr>
        <p:spPr>
          <a:xfrm>
            <a:off x="2610420" y="2943375"/>
            <a:ext cx="1645800" cy="1608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 sz="1000"/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 sz="1000"/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 sz="1000"/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 sz="1000"/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 sz="1000"/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 sz="1000"/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 sz="1000"/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 sz="1000"/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Clr>
                <a:schemeClr val="lt1"/>
              </a:buClr>
              <a:buSzPts val="1000"/>
              <a:buFont typeface="DM Sans"/>
              <a:buChar char="■"/>
              <a:defRPr sz="1000"/>
            </a:lvl9pPr>
          </a:lstStyle>
          <a:p/>
        </p:txBody>
      </p:sp>
      <p:sp>
        <p:nvSpPr>
          <p:cNvPr id="71" name="Google Shape;71;p9"/>
          <p:cNvSpPr txBox="1"/>
          <p:nvPr>
            <p:ph idx="2" type="subTitle"/>
          </p:nvPr>
        </p:nvSpPr>
        <p:spPr>
          <a:xfrm>
            <a:off x="2610418" y="2169054"/>
            <a:ext cx="1645800" cy="452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600"/>
              <a:buFont typeface="DM Sans Light"/>
              <a:buNone/>
              <a:defRPr sz="1600"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600"/>
              <a:buFont typeface="DM Sans Light"/>
              <a:buNone/>
              <a:defRPr sz="1600"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600"/>
              <a:buFont typeface="DM Sans Light"/>
              <a:buNone/>
              <a:defRPr sz="1600"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600"/>
              <a:buFont typeface="DM Sans Light"/>
              <a:buNone/>
              <a:defRPr sz="1600"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600"/>
              <a:buFont typeface="DM Sans Light"/>
              <a:buNone/>
              <a:defRPr sz="1600"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600"/>
              <a:buFont typeface="DM Sans Light"/>
              <a:buNone/>
              <a:defRPr sz="1600"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600"/>
              <a:buFont typeface="DM Sans Light"/>
              <a:buNone/>
              <a:defRPr sz="1600"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600"/>
              <a:buFont typeface="DM Sans Light"/>
              <a:buNone/>
              <a:defRPr sz="1600"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72" name="Google Shape;72;p9"/>
          <p:cNvSpPr txBox="1"/>
          <p:nvPr>
            <p:ph idx="12" type="sldNum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73" name="Google Shape;73;p9"/>
          <p:cNvSpPr txBox="1"/>
          <p:nvPr>
            <p:ph idx="3" type="subTitle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DM Sans"/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4" name="Google Shape;74;p9"/>
          <p:cNvSpPr txBox="1"/>
          <p:nvPr>
            <p:ph idx="4" type="body"/>
          </p:nvPr>
        </p:nvSpPr>
        <p:spPr>
          <a:xfrm>
            <a:off x="4889772" y="2943375"/>
            <a:ext cx="1645800" cy="1608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●"/>
              <a:defRPr sz="1000">
                <a:solidFill>
                  <a:schemeClr val="dk1"/>
                </a:solidFill>
              </a:defRPr>
            </a:lvl1pPr>
            <a:lvl2pPr indent="-292100" lvl="1" marL="9144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○"/>
              <a:defRPr sz="1000">
                <a:solidFill>
                  <a:schemeClr val="dk1"/>
                </a:solidFill>
              </a:defRPr>
            </a:lvl2pPr>
            <a:lvl3pPr indent="-292100" lvl="2" marL="13716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■"/>
              <a:defRPr sz="1000">
                <a:solidFill>
                  <a:schemeClr val="dk1"/>
                </a:solidFill>
              </a:defRPr>
            </a:lvl3pPr>
            <a:lvl4pPr indent="-292100" lvl="3" marL="18288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●"/>
              <a:defRPr sz="1000">
                <a:solidFill>
                  <a:schemeClr val="dk1"/>
                </a:solidFill>
              </a:defRPr>
            </a:lvl4pPr>
            <a:lvl5pPr indent="-292100" lvl="4" marL="22860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○"/>
              <a:defRPr sz="1000">
                <a:solidFill>
                  <a:schemeClr val="dk1"/>
                </a:solidFill>
              </a:defRPr>
            </a:lvl5pPr>
            <a:lvl6pPr indent="-292100" lvl="5" marL="27432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■"/>
              <a:defRPr sz="1000">
                <a:solidFill>
                  <a:schemeClr val="dk1"/>
                </a:solidFill>
              </a:defRPr>
            </a:lvl6pPr>
            <a:lvl7pPr indent="-292100" lvl="6" marL="32004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●"/>
              <a:defRPr sz="1000">
                <a:solidFill>
                  <a:schemeClr val="dk1"/>
                </a:solidFill>
              </a:defRPr>
            </a:lvl7pPr>
            <a:lvl8pPr indent="-292100" lvl="7" marL="36576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○"/>
              <a:defRPr sz="1000">
                <a:solidFill>
                  <a:schemeClr val="dk1"/>
                </a:solidFill>
              </a:defRPr>
            </a:lvl8pPr>
            <a:lvl9pPr indent="-292100" lvl="8" marL="4114800">
              <a:lnSpc>
                <a:spcPct val="100000"/>
              </a:lnSpc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DM Sans"/>
              <a:buChar char="■"/>
              <a:defRPr sz="10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5" name="Google Shape;75;p9"/>
          <p:cNvSpPr txBox="1"/>
          <p:nvPr>
            <p:ph idx="5" type="subTitle"/>
          </p:nvPr>
        </p:nvSpPr>
        <p:spPr>
          <a:xfrm>
            <a:off x="4889774" y="2169054"/>
            <a:ext cx="1645800" cy="452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 Light"/>
              <a:buNone/>
              <a:defRPr sz="16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 Light"/>
              <a:buNone/>
              <a:defRPr sz="16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 Light"/>
              <a:buNone/>
              <a:defRPr sz="16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 Light"/>
              <a:buNone/>
              <a:defRPr sz="16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 Light"/>
              <a:buNone/>
              <a:defRPr sz="16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 Light"/>
              <a:buNone/>
              <a:defRPr sz="16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 Light"/>
              <a:buNone/>
              <a:defRPr sz="16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 Light"/>
              <a:buNone/>
              <a:defRPr sz="16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76" name="Google Shape;76;p9"/>
          <p:cNvSpPr txBox="1"/>
          <p:nvPr>
            <p:ph idx="6" type="body"/>
          </p:nvPr>
        </p:nvSpPr>
        <p:spPr>
          <a:xfrm>
            <a:off x="7130875" y="2943375"/>
            <a:ext cx="1645800" cy="1608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 sz="1000"/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 sz="1000"/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 sz="1000"/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 sz="1000"/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 sz="1000"/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 sz="1000"/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 sz="1000"/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 sz="1000"/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Clr>
                <a:schemeClr val="lt1"/>
              </a:buClr>
              <a:buSzPts val="1000"/>
              <a:buFont typeface="DM Sans"/>
              <a:buChar char="■"/>
              <a:defRPr sz="1000"/>
            </a:lvl9pPr>
          </a:lstStyle>
          <a:p/>
        </p:txBody>
      </p:sp>
      <p:sp>
        <p:nvSpPr>
          <p:cNvPr id="77" name="Google Shape;77;p9"/>
          <p:cNvSpPr txBox="1"/>
          <p:nvPr>
            <p:ph idx="7" type="subTitle"/>
          </p:nvPr>
        </p:nvSpPr>
        <p:spPr>
          <a:xfrm>
            <a:off x="7130874" y="2169054"/>
            <a:ext cx="1645800" cy="452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600"/>
              <a:buFont typeface="DM Sans Light"/>
              <a:buNone/>
              <a:defRPr sz="1600"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600"/>
              <a:buFont typeface="DM Sans Light"/>
              <a:buNone/>
              <a:defRPr sz="1600"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600"/>
              <a:buFont typeface="DM Sans Light"/>
              <a:buNone/>
              <a:defRPr sz="1600"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600"/>
              <a:buFont typeface="DM Sans Light"/>
              <a:buNone/>
              <a:defRPr sz="1600"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600"/>
              <a:buFont typeface="DM Sans Light"/>
              <a:buNone/>
              <a:defRPr sz="1600"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600"/>
              <a:buFont typeface="DM Sans Light"/>
              <a:buNone/>
              <a:defRPr sz="1600"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600"/>
              <a:buFont typeface="DM Sans Light"/>
              <a:buNone/>
              <a:defRPr sz="1600"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600"/>
              <a:buFont typeface="DM Sans Light"/>
              <a:buNone/>
              <a:defRPr sz="1600"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78" name="Google Shape;78;p9"/>
          <p:cNvSpPr txBox="1"/>
          <p:nvPr>
            <p:ph idx="8" type="body"/>
          </p:nvPr>
        </p:nvSpPr>
        <p:spPr>
          <a:xfrm>
            <a:off x="360525" y="2943375"/>
            <a:ext cx="1645800" cy="1608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●"/>
              <a:defRPr sz="1000">
                <a:solidFill>
                  <a:schemeClr val="dk1"/>
                </a:solidFill>
              </a:defRPr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○"/>
              <a:defRPr sz="1000">
                <a:solidFill>
                  <a:schemeClr val="dk1"/>
                </a:solidFill>
              </a:defRPr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■"/>
              <a:defRPr sz="1000">
                <a:solidFill>
                  <a:schemeClr val="dk1"/>
                </a:solidFill>
              </a:defRPr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●"/>
              <a:defRPr sz="1000">
                <a:solidFill>
                  <a:schemeClr val="dk1"/>
                </a:solidFill>
              </a:defRPr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○"/>
              <a:defRPr sz="1000">
                <a:solidFill>
                  <a:schemeClr val="dk1"/>
                </a:solidFill>
              </a:defRPr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■"/>
              <a:defRPr sz="1000">
                <a:solidFill>
                  <a:schemeClr val="dk1"/>
                </a:solidFill>
              </a:defRPr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●"/>
              <a:defRPr sz="1000">
                <a:solidFill>
                  <a:schemeClr val="dk1"/>
                </a:solidFill>
              </a:defRPr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○"/>
              <a:defRPr sz="1000">
                <a:solidFill>
                  <a:schemeClr val="dk1"/>
                </a:solidFill>
              </a:defRPr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DM Sans"/>
              <a:buChar char="■"/>
              <a:defRPr sz="10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9" name="Google Shape;79;p9"/>
          <p:cNvSpPr txBox="1"/>
          <p:nvPr>
            <p:ph idx="9" type="subTitle"/>
          </p:nvPr>
        </p:nvSpPr>
        <p:spPr>
          <a:xfrm>
            <a:off x="360533" y="2169054"/>
            <a:ext cx="1645800" cy="452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 Light"/>
              <a:buNone/>
              <a:defRPr sz="16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 Light"/>
              <a:buNone/>
              <a:defRPr sz="16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 Light"/>
              <a:buNone/>
              <a:defRPr sz="16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 Light"/>
              <a:buNone/>
              <a:defRPr sz="16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 Light"/>
              <a:buNone/>
              <a:defRPr sz="16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 Light"/>
              <a:buNone/>
              <a:defRPr sz="16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 Light"/>
              <a:buNone/>
              <a:defRPr sz="16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 Light"/>
              <a:buNone/>
              <a:defRPr sz="16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80" name="Google Shape;80;p9"/>
          <p:cNvSpPr txBox="1"/>
          <p:nvPr>
            <p:ph idx="13" type="subTitle"/>
          </p:nvPr>
        </p:nvSpPr>
        <p:spPr>
          <a:xfrm>
            <a:off x="2490450" y="732775"/>
            <a:ext cx="4163100" cy="138600"/>
          </a:xfrm>
          <a:prstGeom prst="rect">
            <a:avLst/>
          </a:prstGeom>
        </p:spPr>
        <p:txBody>
          <a:bodyPr anchorCtr="0" anchor="b" bIns="0" lIns="0" spcFirstLastPara="1" rIns="0" wrap="square" tIns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None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 Light"/>
              <a:buNone/>
              <a:defRPr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 Light"/>
              <a:buNone/>
              <a:defRPr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 Light"/>
              <a:buNone/>
              <a:defRPr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 Light"/>
              <a:buNone/>
              <a:defRPr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 Light"/>
              <a:buNone/>
              <a:defRPr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 Light"/>
              <a:buNone/>
              <a:defRPr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 Light"/>
              <a:buNone/>
              <a:defRPr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 Light"/>
              <a:buNone/>
              <a:defRPr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81" name="Google Shape;81;p9"/>
          <p:cNvSpPr txBox="1"/>
          <p:nvPr>
            <p:ph type="title"/>
          </p:nvPr>
        </p:nvSpPr>
        <p:spPr>
          <a:xfrm>
            <a:off x="1938175" y="988550"/>
            <a:ext cx="5267700" cy="587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2200">
                <a:solidFill>
                  <a:schemeClr val="dk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2200">
                <a:solidFill>
                  <a:schemeClr val="dk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2200">
                <a:solidFill>
                  <a:schemeClr val="dk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2200">
                <a:solidFill>
                  <a:schemeClr val="dk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2200">
                <a:solidFill>
                  <a:schemeClr val="dk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2200">
                <a:solidFill>
                  <a:schemeClr val="dk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2200">
                <a:solidFill>
                  <a:schemeClr val="dk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2200">
                <a:solidFill>
                  <a:schemeClr val="dk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2200">
                <a:solidFill>
                  <a:schemeClr val="dk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ive big ideas">
  <p:cSld name="BLANK_1_1_1_1_1_1_1_1_1_1_1_1_1_1_1_3">
    <p:bg>
      <p:bgPr>
        <a:solidFill>
          <a:schemeClr val="accent2"/>
        </a:solidFill>
      </p:bgPr>
    </p:bg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0"/>
          <p:cNvSpPr txBox="1"/>
          <p:nvPr>
            <p:ph idx="12" type="sldNum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>
            <a:lvl1pPr lvl="0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lvl="1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lvl="2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lvl="3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lvl="4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lvl="5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lvl="6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lvl="7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lvl="8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84" name="Google Shape;84;p10"/>
          <p:cNvSpPr txBox="1"/>
          <p:nvPr>
            <p:ph idx="1" type="subTitle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700"/>
              <a:buFont typeface="DM Sans"/>
              <a:buNone/>
              <a:defRPr sz="700">
                <a:latin typeface="DM Sans"/>
                <a:ea typeface="DM Sans"/>
                <a:cs typeface="DM Sans"/>
                <a:sym typeface="DM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5" name="Google Shape;85;p10"/>
          <p:cNvSpPr txBox="1"/>
          <p:nvPr>
            <p:ph idx="2" type="body"/>
          </p:nvPr>
        </p:nvSpPr>
        <p:spPr>
          <a:xfrm>
            <a:off x="361975" y="3231275"/>
            <a:ext cx="1457400" cy="1077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DM Sans Light"/>
              <a:buChar char="●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1pPr>
            <a:lvl2pPr indent="-292100" lvl="1" marL="9144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Font typeface="DM Sans Light"/>
              <a:buChar char="○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2pPr>
            <a:lvl3pPr indent="-292100" lvl="2" marL="13716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Font typeface="DM Sans Light"/>
              <a:buChar char="■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3pPr>
            <a:lvl4pPr indent="-292100" lvl="3" marL="18288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Font typeface="DM Sans Light"/>
              <a:buChar char="●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4pPr>
            <a:lvl5pPr indent="-292100" lvl="4" marL="22860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Font typeface="DM Sans Light"/>
              <a:buChar char="○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5pPr>
            <a:lvl6pPr indent="-292100" lvl="5" marL="27432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Font typeface="DM Sans Light"/>
              <a:buChar char="■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6pPr>
            <a:lvl7pPr indent="-292100" lvl="6" marL="32004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Font typeface="DM Sans Light"/>
              <a:buChar char="●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7pPr>
            <a:lvl8pPr indent="-292100" lvl="7" marL="36576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Font typeface="DM Sans Light"/>
              <a:buChar char="○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8pPr>
            <a:lvl9pPr indent="-292100" lvl="8" marL="4114800">
              <a:lnSpc>
                <a:spcPct val="100000"/>
              </a:lnSpc>
              <a:spcBef>
                <a:spcPts val="800"/>
              </a:spcBef>
              <a:spcAft>
                <a:spcPts val="800"/>
              </a:spcAft>
              <a:buSzPts val="1000"/>
              <a:buFont typeface="DM Sans Light"/>
              <a:buChar char="■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86" name="Google Shape;86;p10"/>
          <p:cNvSpPr txBox="1"/>
          <p:nvPr>
            <p:ph idx="3" type="subTitle"/>
          </p:nvPr>
        </p:nvSpPr>
        <p:spPr>
          <a:xfrm>
            <a:off x="361975" y="2556804"/>
            <a:ext cx="1457400" cy="452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87" name="Google Shape;87;p10"/>
          <p:cNvSpPr txBox="1"/>
          <p:nvPr>
            <p:ph idx="4" type="subTitle"/>
          </p:nvPr>
        </p:nvSpPr>
        <p:spPr>
          <a:xfrm>
            <a:off x="2490450" y="732775"/>
            <a:ext cx="4163100" cy="138600"/>
          </a:xfrm>
          <a:prstGeom prst="rect">
            <a:avLst/>
          </a:prstGeom>
        </p:spPr>
        <p:txBody>
          <a:bodyPr anchorCtr="0" anchor="b" bIns="0" lIns="0" spcFirstLastPara="1" rIns="0" wrap="square" tIns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88" name="Google Shape;88;p10"/>
          <p:cNvSpPr txBox="1"/>
          <p:nvPr>
            <p:ph type="title"/>
          </p:nvPr>
        </p:nvSpPr>
        <p:spPr>
          <a:xfrm>
            <a:off x="1938175" y="988550"/>
            <a:ext cx="5267700" cy="587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2200"/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2200"/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2200"/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2200"/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2200"/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2200"/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2200"/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2200"/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2200"/>
            </a:lvl9pPr>
          </a:lstStyle>
          <a:p/>
        </p:txBody>
      </p:sp>
      <p:sp>
        <p:nvSpPr>
          <p:cNvPr id="89" name="Google Shape;89;p10"/>
          <p:cNvSpPr txBox="1"/>
          <p:nvPr>
            <p:ph idx="5" type="subTitle"/>
          </p:nvPr>
        </p:nvSpPr>
        <p:spPr>
          <a:xfrm>
            <a:off x="7319275" y="2556804"/>
            <a:ext cx="1457400" cy="452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90" name="Google Shape;90;p10"/>
          <p:cNvSpPr txBox="1"/>
          <p:nvPr>
            <p:ph idx="6" type="body"/>
          </p:nvPr>
        </p:nvSpPr>
        <p:spPr>
          <a:xfrm>
            <a:off x="2101300" y="3231275"/>
            <a:ext cx="1457400" cy="1077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●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○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■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●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○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■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●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○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Clr>
                <a:schemeClr val="lt1"/>
              </a:buClr>
              <a:buSzPts val="1000"/>
              <a:buFont typeface="DM Sans Light"/>
              <a:buChar char="■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91" name="Google Shape;91;p10"/>
          <p:cNvSpPr txBox="1"/>
          <p:nvPr>
            <p:ph idx="7" type="body"/>
          </p:nvPr>
        </p:nvSpPr>
        <p:spPr>
          <a:xfrm>
            <a:off x="3840625" y="3231275"/>
            <a:ext cx="1457400" cy="1077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●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○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■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●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○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■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●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○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Clr>
                <a:schemeClr val="lt1"/>
              </a:buClr>
              <a:buSzPts val="1000"/>
              <a:buFont typeface="DM Sans Light"/>
              <a:buChar char="■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92" name="Google Shape;92;p10"/>
          <p:cNvSpPr txBox="1"/>
          <p:nvPr>
            <p:ph idx="8" type="body"/>
          </p:nvPr>
        </p:nvSpPr>
        <p:spPr>
          <a:xfrm>
            <a:off x="5579950" y="3231275"/>
            <a:ext cx="1457400" cy="1077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●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○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■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●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○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■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●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○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Clr>
                <a:schemeClr val="lt1"/>
              </a:buClr>
              <a:buSzPts val="1000"/>
              <a:buFont typeface="DM Sans Light"/>
              <a:buChar char="■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93" name="Google Shape;93;p10"/>
          <p:cNvSpPr txBox="1"/>
          <p:nvPr>
            <p:ph idx="9" type="subTitle"/>
          </p:nvPr>
        </p:nvSpPr>
        <p:spPr>
          <a:xfrm>
            <a:off x="2101300" y="2556804"/>
            <a:ext cx="1457400" cy="452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94" name="Google Shape;94;p10"/>
          <p:cNvSpPr txBox="1"/>
          <p:nvPr>
            <p:ph idx="13" type="subTitle"/>
          </p:nvPr>
        </p:nvSpPr>
        <p:spPr>
          <a:xfrm>
            <a:off x="3840625" y="2556804"/>
            <a:ext cx="1457400" cy="452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95" name="Google Shape;95;p10"/>
          <p:cNvSpPr txBox="1"/>
          <p:nvPr>
            <p:ph idx="14" type="subTitle"/>
          </p:nvPr>
        </p:nvSpPr>
        <p:spPr>
          <a:xfrm>
            <a:off x="5579950" y="2556804"/>
            <a:ext cx="1457400" cy="452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96" name="Google Shape;96;p10"/>
          <p:cNvSpPr txBox="1"/>
          <p:nvPr>
            <p:ph idx="15" type="body"/>
          </p:nvPr>
        </p:nvSpPr>
        <p:spPr>
          <a:xfrm>
            <a:off x="7319275" y="3231275"/>
            <a:ext cx="1457400" cy="1077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●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○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■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●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○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■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●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○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Clr>
                <a:schemeClr val="lt1"/>
              </a:buClr>
              <a:buSzPts val="1000"/>
              <a:buFont typeface="DM Sans Light"/>
              <a:buChar char="■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our big ideas - Alt 1">
  <p:cSld name="BLANK_1_1_1_1_1_1_1_1_1_1_1_1_1_1_1_2">
    <p:bg>
      <p:bgPr>
        <a:solidFill>
          <a:schemeClr val="lt1"/>
        </a:solidFill>
      </p:bgPr>
    </p:bg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1"/>
          <p:cNvSpPr txBox="1"/>
          <p:nvPr>
            <p:ph idx="12" type="sldNum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99" name="Google Shape;99;p11"/>
          <p:cNvSpPr txBox="1"/>
          <p:nvPr>
            <p:ph idx="1" type="subTitle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DM Sans"/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00" name="Google Shape;100;p11"/>
          <p:cNvSpPr txBox="1"/>
          <p:nvPr>
            <p:ph idx="2" type="body"/>
          </p:nvPr>
        </p:nvSpPr>
        <p:spPr>
          <a:xfrm>
            <a:off x="7130875" y="3628800"/>
            <a:ext cx="1645800" cy="680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Char char="●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Char char="○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Char char="■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Char char="●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Char char="○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Char char="■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Char char="●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Char char="○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DM Sans Light"/>
              <a:buChar char="■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101" name="Google Shape;101;p11"/>
          <p:cNvSpPr txBox="1"/>
          <p:nvPr>
            <p:ph idx="3" type="subTitle"/>
          </p:nvPr>
        </p:nvSpPr>
        <p:spPr>
          <a:xfrm>
            <a:off x="7130875" y="2586820"/>
            <a:ext cx="1645800" cy="152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Newsreader SemiBold"/>
              <a:buNone/>
              <a:defRPr sz="1100">
                <a:solidFill>
                  <a:schemeClr val="dk1"/>
                </a:solidFill>
                <a:latin typeface="Newsreader SemiBold"/>
                <a:ea typeface="Newsreader SemiBold"/>
                <a:cs typeface="Newsreader SemiBold"/>
                <a:sym typeface="Newsreader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DM Sans Light"/>
              <a:buNone/>
              <a:defRPr sz="11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DM Sans Light"/>
              <a:buNone/>
              <a:defRPr sz="11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DM Sans Light"/>
              <a:buNone/>
              <a:defRPr sz="11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DM Sans Light"/>
              <a:buNone/>
              <a:defRPr sz="11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DM Sans Light"/>
              <a:buNone/>
              <a:defRPr sz="11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DM Sans Light"/>
              <a:buNone/>
              <a:defRPr sz="11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DM Sans Light"/>
              <a:buNone/>
              <a:defRPr sz="11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DM Sans Light"/>
              <a:buNone/>
              <a:defRPr sz="11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102" name="Google Shape;102;p11"/>
          <p:cNvSpPr txBox="1"/>
          <p:nvPr>
            <p:ph idx="4" type="subTitle"/>
          </p:nvPr>
        </p:nvSpPr>
        <p:spPr>
          <a:xfrm>
            <a:off x="7130875" y="2791120"/>
            <a:ext cx="1645800" cy="152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None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None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None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None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None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None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None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None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None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103" name="Google Shape;103;p11"/>
          <p:cNvSpPr txBox="1"/>
          <p:nvPr>
            <p:ph idx="5" type="body"/>
          </p:nvPr>
        </p:nvSpPr>
        <p:spPr>
          <a:xfrm>
            <a:off x="4892138" y="3628800"/>
            <a:ext cx="1645800" cy="680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Char char="●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Char char="○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Char char="■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Char char="●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Char char="○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Char char="■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Char char="●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Char char="○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DM Sans Light"/>
              <a:buChar char="■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104" name="Google Shape;104;p11"/>
          <p:cNvSpPr txBox="1"/>
          <p:nvPr>
            <p:ph idx="6" type="subTitle"/>
          </p:nvPr>
        </p:nvSpPr>
        <p:spPr>
          <a:xfrm>
            <a:off x="4892138" y="2586820"/>
            <a:ext cx="1645800" cy="152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Newsreader SemiBold"/>
              <a:buNone/>
              <a:defRPr sz="1100">
                <a:solidFill>
                  <a:schemeClr val="dk1"/>
                </a:solidFill>
                <a:latin typeface="Newsreader SemiBold"/>
                <a:ea typeface="Newsreader SemiBold"/>
                <a:cs typeface="Newsreader SemiBold"/>
                <a:sym typeface="Newsreader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DM Sans Light"/>
              <a:buNone/>
              <a:defRPr sz="11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DM Sans Light"/>
              <a:buNone/>
              <a:defRPr sz="11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DM Sans Light"/>
              <a:buNone/>
              <a:defRPr sz="11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DM Sans Light"/>
              <a:buNone/>
              <a:defRPr sz="11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DM Sans Light"/>
              <a:buNone/>
              <a:defRPr sz="11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DM Sans Light"/>
              <a:buNone/>
              <a:defRPr sz="11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DM Sans Light"/>
              <a:buNone/>
              <a:defRPr sz="11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DM Sans Light"/>
              <a:buNone/>
              <a:defRPr sz="11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105" name="Google Shape;105;p11"/>
          <p:cNvSpPr txBox="1"/>
          <p:nvPr>
            <p:ph idx="7" type="subTitle"/>
          </p:nvPr>
        </p:nvSpPr>
        <p:spPr>
          <a:xfrm>
            <a:off x="4892138" y="2791120"/>
            <a:ext cx="1645800" cy="152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None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None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None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None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None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None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None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None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None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106" name="Google Shape;106;p11"/>
          <p:cNvSpPr txBox="1"/>
          <p:nvPr>
            <p:ph idx="8" type="body"/>
          </p:nvPr>
        </p:nvSpPr>
        <p:spPr>
          <a:xfrm>
            <a:off x="2607050" y="3628800"/>
            <a:ext cx="1645800" cy="680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Char char="●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1pPr>
            <a:lvl2pPr indent="-292100" lvl="1" marL="9144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Char char="○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2pPr>
            <a:lvl3pPr indent="-292100" lvl="2" marL="13716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Char char="■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3pPr>
            <a:lvl4pPr indent="-292100" lvl="3" marL="18288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Char char="●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4pPr>
            <a:lvl5pPr indent="-292100" lvl="4" marL="22860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Char char="○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5pPr>
            <a:lvl6pPr indent="-292100" lvl="5" marL="27432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Char char="■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6pPr>
            <a:lvl7pPr indent="-292100" lvl="6" marL="32004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Char char="●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7pPr>
            <a:lvl8pPr indent="-292100" lvl="7" marL="36576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Char char="○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8pPr>
            <a:lvl9pPr indent="-292100" lvl="8" marL="4114800">
              <a:lnSpc>
                <a:spcPct val="100000"/>
              </a:lnSpc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DM Sans Light"/>
              <a:buChar char="■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107" name="Google Shape;107;p11"/>
          <p:cNvSpPr txBox="1"/>
          <p:nvPr>
            <p:ph idx="9" type="subTitle"/>
          </p:nvPr>
        </p:nvSpPr>
        <p:spPr>
          <a:xfrm>
            <a:off x="2607050" y="2586820"/>
            <a:ext cx="1645800" cy="152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Newsreader SemiBold"/>
              <a:buNone/>
              <a:defRPr sz="1100">
                <a:solidFill>
                  <a:schemeClr val="dk1"/>
                </a:solidFill>
                <a:latin typeface="Newsreader SemiBold"/>
                <a:ea typeface="Newsreader SemiBold"/>
                <a:cs typeface="Newsreader SemiBold"/>
                <a:sym typeface="Newsreader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DM Sans Light"/>
              <a:buNone/>
              <a:defRPr sz="11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DM Sans Light"/>
              <a:buNone/>
              <a:defRPr sz="11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DM Sans Light"/>
              <a:buNone/>
              <a:defRPr sz="11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DM Sans Light"/>
              <a:buNone/>
              <a:defRPr sz="11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DM Sans Light"/>
              <a:buNone/>
              <a:defRPr sz="11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DM Sans Light"/>
              <a:buNone/>
              <a:defRPr sz="11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DM Sans Light"/>
              <a:buNone/>
              <a:defRPr sz="11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DM Sans Light"/>
              <a:buNone/>
              <a:defRPr sz="11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108" name="Google Shape;108;p11"/>
          <p:cNvSpPr txBox="1"/>
          <p:nvPr>
            <p:ph idx="13" type="subTitle"/>
          </p:nvPr>
        </p:nvSpPr>
        <p:spPr>
          <a:xfrm>
            <a:off x="2607050" y="2791120"/>
            <a:ext cx="1645800" cy="152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None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None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None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None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None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None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None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None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None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109" name="Google Shape;109;p11"/>
          <p:cNvSpPr txBox="1"/>
          <p:nvPr>
            <p:ph idx="14" type="body"/>
          </p:nvPr>
        </p:nvSpPr>
        <p:spPr>
          <a:xfrm>
            <a:off x="361975" y="3628800"/>
            <a:ext cx="1645800" cy="680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Char char="●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Char char="○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Char char="■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Char char="●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Char char="○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Char char="■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Char char="●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Char char="○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DM Sans Light"/>
              <a:buChar char="■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110" name="Google Shape;110;p11"/>
          <p:cNvSpPr txBox="1"/>
          <p:nvPr>
            <p:ph idx="15" type="subTitle"/>
          </p:nvPr>
        </p:nvSpPr>
        <p:spPr>
          <a:xfrm>
            <a:off x="361975" y="2586820"/>
            <a:ext cx="1645800" cy="152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Newsreader SemiBold"/>
              <a:buNone/>
              <a:defRPr sz="1100">
                <a:solidFill>
                  <a:schemeClr val="dk1"/>
                </a:solidFill>
                <a:latin typeface="Newsreader SemiBold"/>
                <a:ea typeface="Newsreader SemiBold"/>
                <a:cs typeface="Newsreader SemiBold"/>
                <a:sym typeface="Newsreader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DM Sans Light"/>
              <a:buNone/>
              <a:defRPr sz="11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DM Sans Light"/>
              <a:buNone/>
              <a:defRPr sz="11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DM Sans Light"/>
              <a:buNone/>
              <a:defRPr sz="11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DM Sans Light"/>
              <a:buNone/>
              <a:defRPr sz="11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DM Sans Light"/>
              <a:buNone/>
              <a:defRPr sz="11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DM Sans Light"/>
              <a:buNone/>
              <a:defRPr sz="11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DM Sans Light"/>
              <a:buNone/>
              <a:defRPr sz="11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DM Sans Light"/>
              <a:buNone/>
              <a:defRPr sz="11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111" name="Google Shape;111;p11"/>
          <p:cNvSpPr txBox="1"/>
          <p:nvPr>
            <p:ph idx="16" type="subTitle"/>
          </p:nvPr>
        </p:nvSpPr>
        <p:spPr>
          <a:xfrm>
            <a:off x="361975" y="2791120"/>
            <a:ext cx="1645800" cy="152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None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None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None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None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None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None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None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None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None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112" name="Google Shape;112;p11"/>
          <p:cNvSpPr txBox="1"/>
          <p:nvPr>
            <p:ph idx="17" type="subTitle"/>
          </p:nvPr>
        </p:nvSpPr>
        <p:spPr>
          <a:xfrm>
            <a:off x="2490450" y="732775"/>
            <a:ext cx="4163100" cy="138600"/>
          </a:xfrm>
          <a:prstGeom prst="rect">
            <a:avLst/>
          </a:prstGeom>
        </p:spPr>
        <p:txBody>
          <a:bodyPr anchorCtr="0" anchor="b" bIns="0" lIns="0" spcFirstLastPara="1" rIns="0" wrap="square" tIns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None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 Light"/>
              <a:buNone/>
              <a:defRPr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 Light"/>
              <a:buNone/>
              <a:defRPr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 Light"/>
              <a:buNone/>
              <a:defRPr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 Light"/>
              <a:buNone/>
              <a:defRPr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 Light"/>
              <a:buNone/>
              <a:defRPr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 Light"/>
              <a:buNone/>
              <a:defRPr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 Light"/>
              <a:buNone/>
              <a:defRPr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 Light"/>
              <a:buNone/>
              <a:defRPr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113" name="Google Shape;113;p11"/>
          <p:cNvSpPr txBox="1"/>
          <p:nvPr>
            <p:ph type="title"/>
          </p:nvPr>
        </p:nvSpPr>
        <p:spPr>
          <a:xfrm>
            <a:off x="1406600" y="988557"/>
            <a:ext cx="6330900" cy="587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>
                <a:solidFill>
                  <a:schemeClr val="dk1"/>
                </a:solidFill>
              </a:defRPr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>
                <a:solidFill>
                  <a:schemeClr val="dk1"/>
                </a:solidFill>
              </a:defRPr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>
                <a:solidFill>
                  <a:schemeClr val="dk1"/>
                </a:solidFill>
              </a:defRPr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>
                <a:solidFill>
                  <a:schemeClr val="dk1"/>
                </a:solidFill>
              </a:defRPr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>
                <a:solidFill>
                  <a:schemeClr val="dk1"/>
                </a:solidFill>
              </a:defRPr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>
                <a:solidFill>
                  <a:schemeClr val="dk1"/>
                </a:solidFill>
              </a:defRPr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>
                <a:solidFill>
                  <a:schemeClr val="dk1"/>
                </a:solidFill>
              </a:defRPr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>
                <a:solidFill>
                  <a:schemeClr val="dk1"/>
                </a:solidFill>
              </a:defRPr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>
                <a:solidFill>
                  <a:schemeClr val="dk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ver">
  <p:cSld name="CUSTOM_7_1_1_1_1_1_1_1_1_1_1_1_1_1_1_1_1">
    <p:bg>
      <p:bgPr>
        <a:solidFill>
          <a:schemeClr val="lt1"/>
        </a:solid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2"/>
          <p:cNvSpPr/>
          <p:nvPr>
            <p:ph idx="2" type="pic"/>
          </p:nvPr>
        </p:nvSpPr>
        <p:spPr>
          <a:xfrm>
            <a:off x="4587725" y="-8750"/>
            <a:ext cx="4572000" cy="5152200"/>
          </a:xfrm>
          <a:prstGeom prst="rect">
            <a:avLst/>
          </a:prstGeom>
          <a:noFill/>
          <a:ln>
            <a:noFill/>
          </a:ln>
        </p:spPr>
      </p:sp>
      <p:sp>
        <p:nvSpPr>
          <p:cNvPr id="116" name="Google Shape;116;p12"/>
          <p:cNvSpPr txBox="1"/>
          <p:nvPr>
            <p:ph type="title"/>
          </p:nvPr>
        </p:nvSpPr>
        <p:spPr>
          <a:xfrm>
            <a:off x="361975" y="923525"/>
            <a:ext cx="3860100" cy="587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4200">
                <a:solidFill>
                  <a:schemeClr val="dk1"/>
                </a:solidFill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17" name="Google Shape;117;p12"/>
          <p:cNvSpPr txBox="1"/>
          <p:nvPr>
            <p:ph idx="1" type="subTitle"/>
          </p:nvPr>
        </p:nvSpPr>
        <p:spPr>
          <a:xfrm>
            <a:off x="361975" y="255533"/>
            <a:ext cx="3860100" cy="37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None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ewsreader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ewsreader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ewsreader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ewsreader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ewsreader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ewsreader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ewsreader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ewsreader"/>
              <a:buNone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18" name="Google Shape;118;p12"/>
          <p:cNvSpPr txBox="1"/>
          <p:nvPr>
            <p:ph idx="3" type="body"/>
          </p:nvPr>
        </p:nvSpPr>
        <p:spPr>
          <a:xfrm>
            <a:off x="547575" y="3337797"/>
            <a:ext cx="3492600" cy="1327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indent="-292100" lvl="0" marL="4572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Char char="●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1pPr>
            <a:lvl2pPr indent="-292100" lvl="1" marL="914400" algn="ctr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Char char="○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2pPr>
            <a:lvl3pPr indent="-292100" lvl="2" marL="1371600" algn="ctr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Char char="■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3pPr>
            <a:lvl4pPr indent="-292100" lvl="3" marL="1828800" algn="ctr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Char char="●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4pPr>
            <a:lvl5pPr indent="-292100" lvl="4" marL="2286000" algn="ctr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Char char="○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5pPr>
            <a:lvl6pPr indent="-292100" lvl="5" marL="2743200" algn="ctr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Char char="■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6pPr>
            <a:lvl7pPr indent="-292100" lvl="6" marL="3200400" algn="ctr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Char char="●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7pPr>
            <a:lvl8pPr indent="-292100" lvl="7" marL="3657600" algn="ctr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Char char="○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8pPr>
            <a:lvl9pPr indent="-292100" lvl="8" marL="4114800" algn="ctr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DM Sans Light"/>
              <a:buChar char="■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eader and Four steps">
  <p:cSld name="CUSTOM_7_1_1_1_1_1_1_1_1_1_1_1_1_1_1_1_1_1_2">
    <p:bg>
      <p:bgPr>
        <a:solidFill>
          <a:schemeClr val="lt1"/>
        </a:solid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3"/>
          <p:cNvSpPr txBox="1"/>
          <p:nvPr>
            <p:ph idx="12" type="sldNum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21" name="Google Shape;121;p13"/>
          <p:cNvSpPr txBox="1"/>
          <p:nvPr>
            <p:ph idx="1" type="subTitle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DM Sans"/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22" name="Google Shape;122;p13"/>
          <p:cNvSpPr/>
          <p:nvPr/>
        </p:nvSpPr>
        <p:spPr>
          <a:xfrm>
            <a:off x="50" y="2785800"/>
            <a:ext cx="2294400" cy="2357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23" name="Google Shape;123;p13"/>
          <p:cNvSpPr/>
          <p:nvPr/>
        </p:nvSpPr>
        <p:spPr>
          <a:xfrm>
            <a:off x="2286125" y="2068875"/>
            <a:ext cx="2294400" cy="30747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24" name="Google Shape;124;p13"/>
          <p:cNvSpPr/>
          <p:nvPr/>
        </p:nvSpPr>
        <p:spPr>
          <a:xfrm>
            <a:off x="4565475" y="1495326"/>
            <a:ext cx="2294400" cy="36483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25" name="Google Shape;125;p13"/>
          <p:cNvSpPr/>
          <p:nvPr/>
        </p:nvSpPr>
        <p:spPr>
          <a:xfrm>
            <a:off x="6849550" y="732775"/>
            <a:ext cx="2294400" cy="44106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26" name="Google Shape;126;p13"/>
          <p:cNvSpPr txBox="1"/>
          <p:nvPr/>
        </p:nvSpPr>
        <p:spPr>
          <a:xfrm>
            <a:off x="375350" y="4481351"/>
            <a:ext cx="675900" cy="15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91425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lt1"/>
                </a:solidFill>
                <a:latin typeface="Newsreader"/>
                <a:ea typeface="Newsreader"/>
                <a:cs typeface="Newsreader"/>
                <a:sym typeface="Newsreader"/>
              </a:rPr>
              <a:t>01</a:t>
            </a:r>
            <a:endParaRPr sz="3000">
              <a:solidFill>
                <a:schemeClr val="lt1"/>
              </a:solidFill>
              <a:latin typeface="Newsreader"/>
              <a:ea typeface="Newsreader"/>
              <a:cs typeface="Newsreader"/>
              <a:sym typeface="Newsreader"/>
            </a:endParaRPr>
          </a:p>
        </p:txBody>
      </p:sp>
      <p:sp>
        <p:nvSpPr>
          <p:cNvPr id="127" name="Google Shape;127;p13"/>
          <p:cNvSpPr txBox="1"/>
          <p:nvPr/>
        </p:nvSpPr>
        <p:spPr>
          <a:xfrm>
            <a:off x="2665113" y="4481351"/>
            <a:ext cx="675900" cy="15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91425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Newsreader"/>
                <a:ea typeface="Newsreader"/>
                <a:cs typeface="Newsreader"/>
                <a:sym typeface="Newsreader"/>
              </a:rPr>
              <a:t>02</a:t>
            </a:r>
            <a:endParaRPr sz="3000">
              <a:solidFill>
                <a:schemeClr val="dk1"/>
              </a:solidFill>
              <a:latin typeface="Newsreader"/>
              <a:ea typeface="Newsreader"/>
              <a:cs typeface="Newsreader"/>
              <a:sym typeface="Newsreader"/>
            </a:endParaRPr>
          </a:p>
        </p:txBody>
      </p:sp>
      <p:sp>
        <p:nvSpPr>
          <p:cNvPr id="128" name="Google Shape;128;p13"/>
          <p:cNvSpPr txBox="1"/>
          <p:nvPr/>
        </p:nvSpPr>
        <p:spPr>
          <a:xfrm>
            <a:off x="4937688" y="4481351"/>
            <a:ext cx="675900" cy="15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91425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lt1"/>
                </a:solidFill>
                <a:latin typeface="Newsreader"/>
                <a:ea typeface="Newsreader"/>
                <a:cs typeface="Newsreader"/>
                <a:sym typeface="Newsreader"/>
              </a:rPr>
              <a:t>03</a:t>
            </a:r>
            <a:endParaRPr sz="3000">
              <a:solidFill>
                <a:schemeClr val="lt1"/>
              </a:solidFill>
              <a:latin typeface="Newsreader"/>
              <a:ea typeface="Newsreader"/>
              <a:cs typeface="Newsreader"/>
              <a:sym typeface="Newsreader"/>
            </a:endParaRPr>
          </a:p>
        </p:txBody>
      </p:sp>
      <p:sp>
        <p:nvSpPr>
          <p:cNvPr id="129" name="Google Shape;129;p13"/>
          <p:cNvSpPr txBox="1"/>
          <p:nvPr/>
        </p:nvSpPr>
        <p:spPr>
          <a:xfrm>
            <a:off x="7230513" y="4481351"/>
            <a:ext cx="675900" cy="15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91425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lt1"/>
                </a:solidFill>
                <a:latin typeface="Newsreader"/>
                <a:ea typeface="Newsreader"/>
                <a:cs typeface="Newsreader"/>
                <a:sym typeface="Newsreader"/>
              </a:rPr>
              <a:t>04</a:t>
            </a:r>
            <a:endParaRPr sz="3000">
              <a:solidFill>
                <a:schemeClr val="lt1"/>
              </a:solidFill>
              <a:latin typeface="Newsreader"/>
              <a:ea typeface="Newsreader"/>
              <a:cs typeface="Newsreader"/>
              <a:sym typeface="Newsreader"/>
            </a:endParaRPr>
          </a:p>
        </p:txBody>
      </p:sp>
      <p:sp>
        <p:nvSpPr>
          <p:cNvPr id="130" name="Google Shape;130;p13"/>
          <p:cNvSpPr txBox="1"/>
          <p:nvPr>
            <p:ph type="title"/>
          </p:nvPr>
        </p:nvSpPr>
        <p:spPr>
          <a:xfrm>
            <a:off x="361975" y="988782"/>
            <a:ext cx="3231600" cy="760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Newsreader"/>
              <a:buNone/>
              <a:defRPr sz="22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Newsreader"/>
              <a:buNone/>
              <a:defRPr sz="2200">
                <a:solidFill>
                  <a:schemeClr val="dk1"/>
                </a:solidFill>
                <a:latin typeface="Newsreader"/>
                <a:ea typeface="Newsreader"/>
                <a:cs typeface="Newsreader"/>
                <a:sym typeface="Newsreader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Newsreader"/>
              <a:buNone/>
              <a:defRPr sz="2200">
                <a:solidFill>
                  <a:schemeClr val="dk1"/>
                </a:solidFill>
                <a:latin typeface="Newsreader"/>
                <a:ea typeface="Newsreader"/>
                <a:cs typeface="Newsreader"/>
                <a:sym typeface="Newsreader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Newsreader"/>
              <a:buNone/>
              <a:defRPr sz="2200">
                <a:solidFill>
                  <a:schemeClr val="dk1"/>
                </a:solidFill>
                <a:latin typeface="Newsreader"/>
                <a:ea typeface="Newsreader"/>
                <a:cs typeface="Newsreader"/>
                <a:sym typeface="Newsreader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Newsreader"/>
              <a:buNone/>
              <a:defRPr sz="2200">
                <a:solidFill>
                  <a:schemeClr val="dk1"/>
                </a:solidFill>
                <a:latin typeface="Newsreader"/>
                <a:ea typeface="Newsreader"/>
                <a:cs typeface="Newsreader"/>
                <a:sym typeface="Newsreader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Newsreader"/>
              <a:buNone/>
              <a:defRPr sz="2200">
                <a:solidFill>
                  <a:schemeClr val="dk1"/>
                </a:solidFill>
                <a:latin typeface="Newsreader"/>
                <a:ea typeface="Newsreader"/>
                <a:cs typeface="Newsreader"/>
                <a:sym typeface="Newsreader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Newsreader"/>
              <a:buNone/>
              <a:defRPr sz="2200">
                <a:solidFill>
                  <a:schemeClr val="dk1"/>
                </a:solidFill>
                <a:latin typeface="Newsreader"/>
                <a:ea typeface="Newsreader"/>
                <a:cs typeface="Newsreader"/>
                <a:sym typeface="Newsreader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Newsreader"/>
              <a:buNone/>
              <a:defRPr sz="2200">
                <a:solidFill>
                  <a:schemeClr val="dk1"/>
                </a:solidFill>
                <a:latin typeface="Newsreader"/>
                <a:ea typeface="Newsreader"/>
                <a:cs typeface="Newsreader"/>
                <a:sym typeface="Newsreader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Newsreader"/>
              <a:buNone/>
              <a:defRPr sz="2200">
                <a:solidFill>
                  <a:schemeClr val="dk1"/>
                </a:solidFill>
                <a:latin typeface="Newsreader"/>
                <a:ea typeface="Newsreader"/>
                <a:cs typeface="Newsreader"/>
                <a:sym typeface="Newsreader"/>
              </a:defRPr>
            </a:lvl9pPr>
          </a:lstStyle>
          <a:p/>
        </p:txBody>
      </p:sp>
      <p:sp>
        <p:nvSpPr>
          <p:cNvPr id="131" name="Google Shape;131;p13"/>
          <p:cNvSpPr txBox="1"/>
          <p:nvPr>
            <p:ph idx="2" type="subTitle"/>
          </p:nvPr>
        </p:nvSpPr>
        <p:spPr>
          <a:xfrm>
            <a:off x="382691" y="3129231"/>
            <a:ext cx="1257300" cy="152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"/>
              <a:buFont typeface="DM Sans SemiBold"/>
              <a:buNone/>
              <a:defRPr sz="1000">
                <a:latin typeface="DM Sans SemiBold"/>
                <a:ea typeface="DM Sans SemiBold"/>
                <a:cs typeface="DM Sans SemiBold"/>
                <a:sym typeface="DM Sans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2" name="Google Shape;132;p13"/>
          <p:cNvSpPr txBox="1"/>
          <p:nvPr>
            <p:ph idx="3" type="subTitle"/>
          </p:nvPr>
        </p:nvSpPr>
        <p:spPr>
          <a:xfrm>
            <a:off x="377048" y="3344302"/>
            <a:ext cx="1689600" cy="969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133" name="Google Shape;133;p13"/>
          <p:cNvSpPr txBox="1"/>
          <p:nvPr>
            <p:ph idx="4" type="subTitle"/>
          </p:nvPr>
        </p:nvSpPr>
        <p:spPr>
          <a:xfrm>
            <a:off x="2671462" y="2450249"/>
            <a:ext cx="1257300" cy="152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SemiBold"/>
              <a:buNone/>
              <a:defRPr sz="1000">
                <a:solidFill>
                  <a:schemeClr val="dk1"/>
                </a:solidFill>
                <a:latin typeface="DM Sans SemiBold"/>
                <a:ea typeface="DM Sans SemiBold"/>
                <a:cs typeface="DM Sans SemiBold"/>
                <a:sym typeface="DM Sans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34" name="Google Shape;134;p13"/>
          <p:cNvSpPr txBox="1"/>
          <p:nvPr>
            <p:ph idx="5" type="subTitle"/>
          </p:nvPr>
        </p:nvSpPr>
        <p:spPr>
          <a:xfrm>
            <a:off x="2665825" y="2665171"/>
            <a:ext cx="1689600" cy="1423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None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None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None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None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None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None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None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None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None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135" name="Google Shape;135;p13"/>
          <p:cNvSpPr txBox="1"/>
          <p:nvPr>
            <p:ph idx="6" type="subTitle"/>
          </p:nvPr>
        </p:nvSpPr>
        <p:spPr>
          <a:xfrm>
            <a:off x="4943337" y="1884672"/>
            <a:ext cx="1257300" cy="152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"/>
              <a:buFont typeface="DM Sans SemiBold"/>
              <a:buNone/>
              <a:defRPr sz="1000">
                <a:latin typeface="DM Sans SemiBold"/>
                <a:ea typeface="DM Sans SemiBold"/>
                <a:cs typeface="DM Sans SemiBold"/>
                <a:sym typeface="DM Sans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6" name="Google Shape;136;p13"/>
          <p:cNvSpPr txBox="1"/>
          <p:nvPr>
            <p:ph idx="7" type="subTitle"/>
          </p:nvPr>
        </p:nvSpPr>
        <p:spPr>
          <a:xfrm>
            <a:off x="4937700" y="2099593"/>
            <a:ext cx="1689600" cy="1620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137" name="Google Shape;137;p13"/>
          <p:cNvSpPr txBox="1"/>
          <p:nvPr>
            <p:ph idx="8" type="subTitle"/>
          </p:nvPr>
        </p:nvSpPr>
        <p:spPr>
          <a:xfrm>
            <a:off x="7238787" y="1057472"/>
            <a:ext cx="1257300" cy="152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"/>
              <a:buFont typeface="DM Sans SemiBold"/>
              <a:buNone/>
              <a:defRPr sz="1000">
                <a:latin typeface="DM Sans SemiBold"/>
                <a:ea typeface="DM Sans SemiBold"/>
                <a:cs typeface="DM Sans SemiBold"/>
                <a:sym typeface="DM Sans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8" name="Google Shape;138;p13"/>
          <p:cNvSpPr txBox="1"/>
          <p:nvPr>
            <p:ph idx="9" type="subTitle"/>
          </p:nvPr>
        </p:nvSpPr>
        <p:spPr>
          <a:xfrm>
            <a:off x="7233150" y="1272358"/>
            <a:ext cx="1689600" cy="2196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Quote - Light">
  <p:cSld name="CUSTOM_7_1_1_1_1_1_1_1_1_1_1_1_1_1_1_1_1_1_1_1"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4"/>
          <p:cNvSpPr txBox="1"/>
          <p:nvPr>
            <p:ph idx="12" type="sldNum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>
            <a:lvl1pPr lvl="0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lvl="1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lvl="2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lvl="3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lvl="4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lvl="5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lvl="6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lvl="7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lvl="8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41" name="Google Shape;141;p14"/>
          <p:cNvSpPr txBox="1"/>
          <p:nvPr>
            <p:ph idx="1" type="subTitle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700"/>
              <a:buFont typeface="DM Sans"/>
              <a:buNone/>
              <a:defRPr sz="700">
                <a:latin typeface="DM Sans"/>
                <a:ea typeface="DM Sans"/>
                <a:cs typeface="DM Sans"/>
                <a:sym typeface="DM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2" name="Google Shape;142;p14"/>
          <p:cNvSpPr txBox="1"/>
          <p:nvPr>
            <p:ph type="title"/>
          </p:nvPr>
        </p:nvSpPr>
        <p:spPr>
          <a:xfrm>
            <a:off x="1453650" y="1325938"/>
            <a:ext cx="6236700" cy="2011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25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2500"/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2500"/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2500"/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2500"/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2500"/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2500"/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2500"/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2500"/>
            </a:lvl9pPr>
          </a:lstStyle>
          <a:p/>
        </p:txBody>
      </p:sp>
      <p:sp>
        <p:nvSpPr>
          <p:cNvPr id="143" name="Google Shape;143;p14"/>
          <p:cNvSpPr/>
          <p:nvPr>
            <p:ph idx="2" type="pic"/>
          </p:nvPr>
        </p:nvSpPr>
        <p:spPr>
          <a:xfrm>
            <a:off x="1442350" y="3492500"/>
            <a:ext cx="408900" cy="408900"/>
          </a:xfrm>
          <a:prstGeom prst="ellipse">
            <a:avLst/>
          </a:prstGeom>
          <a:noFill/>
          <a:ln>
            <a:noFill/>
          </a:ln>
        </p:spPr>
      </p:sp>
      <p:sp>
        <p:nvSpPr>
          <p:cNvPr id="144" name="Google Shape;144;p14"/>
          <p:cNvSpPr txBox="1"/>
          <p:nvPr>
            <p:ph idx="3" type="subTitle"/>
          </p:nvPr>
        </p:nvSpPr>
        <p:spPr>
          <a:xfrm>
            <a:off x="1957375" y="3536000"/>
            <a:ext cx="2661600" cy="1878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"/>
              <a:buFont typeface="DM Sans SemiBold"/>
              <a:buNone/>
              <a:defRPr sz="1000">
                <a:latin typeface="DM Sans SemiBold"/>
                <a:ea typeface="DM Sans SemiBold"/>
                <a:cs typeface="DM Sans SemiBold"/>
                <a:sym typeface="DM Sans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Font typeface="DM Sans SemiBold"/>
              <a:buNone/>
              <a:defRPr sz="1000">
                <a:latin typeface="DM Sans SemiBold"/>
                <a:ea typeface="DM Sans SemiBold"/>
                <a:cs typeface="DM Sans SemiBold"/>
                <a:sym typeface="DM Sans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Font typeface="DM Sans SemiBold"/>
              <a:buNone/>
              <a:defRPr sz="1000">
                <a:latin typeface="DM Sans SemiBold"/>
                <a:ea typeface="DM Sans SemiBold"/>
                <a:cs typeface="DM Sans SemiBold"/>
                <a:sym typeface="DM Sans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Font typeface="DM Sans SemiBold"/>
              <a:buNone/>
              <a:defRPr sz="1000">
                <a:latin typeface="DM Sans SemiBold"/>
                <a:ea typeface="DM Sans SemiBold"/>
                <a:cs typeface="DM Sans SemiBold"/>
                <a:sym typeface="DM Sans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Font typeface="DM Sans SemiBold"/>
              <a:buNone/>
              <a:defRPr sz="1000">
                <a:latin typeface="DM Sans SemiBold"/>
                <a:ea typeface="DM Sans SemiBold"/>
                <a:cs typeface="DM Sans SemiBold"/>
                <a:sym typeface="DM Sans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Font typeface="DM Sans SemiBold"/>
              <a:buNone/>
              <a:defRPr sz="1000">
                <a:latin typeface="DM Sans SemiBold"/>
                <a:ea typeface="DM Sans SemiBold"/>
                <a:cs typeface="DM Sans SemiBold"/>
                <a:sym typeface="DM Sans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Font typeface="DM Sans SemiBold"/>
              <a:buNone/>
              <a:defRPr sz="1000">
                <a:latin typeface="DM Sans SemiBold"/>
                <a:ea typeface="DM Sans SemiBold"/>
                <a:cs typeface="DM Sans SemiBold"/>
                <a:sym typeface="DM Sans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Font typeface="DM Sans SemiBold"/>
              <a:buNone/>
              <a:defRPr sz="1000">
                <a:latin typeface="DM Sans SemiBold"/>
                <a:ea typeface="DM Sans SemiBold"/>
                <a:cs typeface="DM Sans SemiBold"/>
                <a:sym typeface="DM Sans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Font typeface="DM Sans SemiBold"/>
              <a:buNone/>
              <a:defRPr sz="1000">
                <a:latin typeface="DM Sans SemiBold"/>
                <a:ea typeface="DM Sans SemiBold"/>
                <a:cs typeface="DM Sans SemiBold"/>
                <a:sym typeface="DM Sans SemiBold"/>
              </a:defRPr>
            </a:lvl9pPr>
          </a:lstStyle>
          <a:p/>
        </p:txBody>
      </p:sp>
      <p:sp>
        <p:nvSpPr>
          <p:cNvPr id="145" name="Google Shape;145;p14"/>
          <p:cNvSpPr txBox="1"/>
          <p:nvPr>
            <p:ph idx="4" type="subTitle"/>
          </p:nvPr>
        </p:nvSpPr>
        <p:spPr>
          <a:xfrm>
            <a:off x="1957375" y="3678443"/>
            <a:ext cx="2661600" cy="1878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Quote - Dark">
  <p:cSld name="CUSTOM_7_1_1_1_1_1_1_1_1_1_1_1_1_1_1_1_1_1_1_1_1">
    <p:bg>
      <p:bgPr>
        <a:solidFill>
          <a:schemeClr val="lt1"/>
        </a:solidFill>
      </p:bgPr>
    </p:bg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15"/>
          <p:cNvSpPr txBox="1"/>
          <p:nvPr>
            <p:ph idx="12" type="sldNum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48" name="Google Shape;148;p15"/>
          <p:cNvSpPr txBox="1"/>
          <p:nvPr>
            <p:ph idx="1" type="subTitle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DM Sans"/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49" name="Google Shape;149;p15"/>
          <p:cNvSpPr txBox="1"/>
          <p:nvPr>
            <p:ph type="title"/>
          </p:nvPr>
        </p:nvSpPr>
        <p:spPr>
          <a:xfrm>
            <a:off x="1453650" y="1325938"/>
            <a:ext cx="6236700" cy="2011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25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25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25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25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25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25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25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25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25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50" name="Google Shape;150;p15"/>
          <p:cNvSpPr/>
          <p:nvPr>
            <p:ph idx="2" type="pic"/>
          </p:nvPr>
        </p:nvSpPr>
        <p:spPr>
          <a:xfrm>
            <a:off x="1442350" y="3492500"/>
            <a:ext cx="408900" cy="408900"/>
          </a:xfrm>
          <a:prstGeom prst="ellipse">
            <a:avLst/>
          </a:prstGeom>
          <a:noFill/>
          <a:ln>
            <a:noFill/>
          </a:ln>
        </p:spPr>
      </p:sp>
      <p:sp>
        <p:nvSpPr>
          <p:cNvPr id="151" name="Google Shape;151;p15"/>
          <p:cNvSpPr txBox="1"/>
          <p:nvPr>
            <p:ph idx="3" type="subTitle"/>
          </p:nvPr>
        </p:nvSpPr>
        <p:spPr>
          <a:xfrm>
            <a:off x="1957375" y="3536000"/>
            <a:ext cx="2661600" cy="1878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SemiBold"/>
              <a:buNone/>
              <a:defRPr sz="1000">
                <a:solidFill>
                  <a:schemeClr val="dk1"/>
                </a:solidFill>
                <a:latin typeface="DM Sans SemiBold"/>
                <a:ea typeface="DM Sans SemiBold"/>
                <a:cs typeface="DM Sans SemiBold"/>
                <a:sym typeface="DM Sans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SemiBold"/>
              <a:buNone/>
              <a:defRPr sz="1000">
                <a:solidFill>
                  <a:schemeClr val="dk1"/>
                </a:solidFill>
                <a:latin typeface="DM Sans SemiBold"/>
                <a:ea typeface="DM Sans SemiBold"/>
                <a:cs typeface="DM Sans SemiBold"/>
                <a:sym typeface="DM Sans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SemiBold"/>
              <a:buNone/>
              <a:defRPr sz="1000">
                <a:solidFill>
                  <a:schemeClr val="dk1"/>
                </a:solidFill>
                <a:latin typeface="DM Sans SemiBold"/>
                <a:ea typeface="DM Sans SemiBold"/>
                <a:cs typeface="DM Sans SemiBold"/>
                <a:sym typeface="DM Sans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SemiBold"/>
              <a:buNone/>
              <a:defRPr sz="1000">
                <a:solidFill>
                  <a:schemeClr val="dk1"/>
                </a:solidFill>
                <a:latin typeface="DM Sans SemiBold"/>
                <a:ea typeface="DM Sans SemiBold"/>
                <a:cs typeface="DM Sans SemiBold"/>
                <a:sym typeface="DM Sans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SemiBold"/>
              <a:buNone/>
              <a:defRPr sz="1000">
                <a:solidFill>
                  <a:schemeClr val="dk1"/>
                </a:solidFill>
                <a:latin typeface="DM Sans SemiBold"/>
                <a:ea typeface="DM Sans SemiBold"/>
                <a:cs typeface="DM Sans SemiBold"/>
                <a:sym typeface="DM Sans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SemiBold"/>
              <a:buNone/>
              <a:defRPr sz="1000">
                <a:solidFill>
                  <a:schemeClr val="dk1"/>
                </a:solidFill>
                <a:latin typeface="DM Sans SemiBold"/>
                <a:ea typeface="DM Sans SemiBold"/>
                <a:cs typeface="DM Sans SemiBold"/>
                <a:sym typeface="DM Sans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SemiBold"/>
              <a:buNone/>
              <a:defRPr sz="1000">
                <a:solidFill>
                  <a:schemeClr val="dk1"/>
                </a:solidFill>
                <a:latin typeface="DM Sans SemiBold"/>
                <a:ea typeface="DM Sans SemiBold"/>
                <a:cs typeface="DM Sans SemiBold"/>
                <a:sym typeface="DM Sans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SemiBold"/>
              <a:buNone/>
              <a:defRPr sz="1000">
                <a:solidFill>
                  <a:schemeClr val="dk1"/>
                </a:solidFill>
                <a:latin typeface="DM Sans SemiBold"/>
                <a:ea typeface="DM Sans SemiBold"/>
                <a:cs typeface="DM Sans SemiBold"/>
                <a:sym typeface="DM Sans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SemiBold"/>
              <a:buNone/>
              <a:defRPr sz="1000">
                <a:solidFill>
                  <a:schemeClr val="dk1"/>
                </a:solidFill>
                <a:latin typeface="DM Sans SemiBold"/>
                <a:ea typeface="DM Sans SemiBold"/>
                <a:cs typeface="DM Sans SemiBold"/>
                <a:sym typeface="DM Sans SemiBold"/>
              </a:defRPr>
            </a:lvl9pPr>
          </a:lstStyle>
          <a:p/>
        </p:txBody>
      </p:sp>
      <p:sp>
        <p:nvSpPr>
          <p:cNvPr id="152" name="Google Shape;152;p15"/>
          <p:cNvSpPr txBox="1"/>
          <p:nvPr>
            <p:ph idx="4" type="subTitle"/>
          </p:nvPr>
        </p:nvSpPr>
        <p:spPr>
          <a:xfrm>
            <a:off x="1957375" y="3678443"/>
            <a:ext cx="2661600" cy="1878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None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None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None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None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None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None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None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None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None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ive modules">
  <p:cSld name="CUSTOM">
    <p:bg>
      <p:bgPr>
        <a:solidFill>
          <a:schemeClr val="lt1"/>
        </a:solidFill>
      </p:bgPr>
    </p:bg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6"/>
          <p:cNvSpPr txBox="1"/>
          <p:nvPr>
            <p:ph idx="1" type="subTitle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DM Sans"/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55" name="Google Shape;155;p16"/>
          <p:cNvSpPr txBox="1"/>
          <p:nvPr>
            <p:ph type="title"/>
          </p:nvPr>
        </p:nvSpPr>
        <p:spPr>
          <a:xfrm>
            <a:off x="361975" y="988555"/>
            <a:ext cx="3860100" cy="5877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>
                <a:solidFill>
                  <a:schemeClr val="dk1"/>
                </a:solidFill>
              </a:defRPr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>
                <a:solidFill>
                  <a:schemeClr val="dk1"/>
                </a:solidFill>
              </a:defRPr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>
                <a:solidFill>
                  <a:schemeClr val="dk1"/>
                </a:solidFill>
              </a:defRPr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>
                <a:solidFill>
                  <a:schemeClr val="dk1"/>
                </a:solidFill>
              </a:defRPr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>
                <a:solidFill>
                  <a:schemeClr val="dk1"/>
                </a:solidFill>
              </a:defRPr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>
                <a:solidFill>
                  <a:schemeClr val="dk1"/>
                </a:solidFill>
              </a:defRPr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>
                <a:solidFill>
                  <a:schemeClr val="dk1"/>
                </a:solidFill>
              </a:defRPr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>
                <a:solidFill>
                  <a:schemeClr val="dk1"/>
                </a:solidFill>
              </a:defRPr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56" name="Google Shape;156;p16"/>
          <p:cNvSpPr txBox="1"/>
          <p:nvPr>
            <p:ph idx="2" type="subTitle"/>
          </p:nvPr>
        </p:nvSpPr>
        <p:spPr>
          <a:xfrm>
            <a:off x="361975" y="732775"/>
            <a:ext cx="3860100" cy="138600"/>
          </a:xfrm>
          <a:prstGeom prst="rect">
            <a:avLst/>
          </a:prstGeom>
        </p:spPr>
        <p:txBody>
          <a:bodyPr anchorCtr="0" anchor="b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None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57" name="Google Shape;157;p16"/>
          <p:cNvSpPr txBox="1"/>
          <p:nvPr>
            <p:ph idx="3" type="body"/>
          </p:nvPr>
        </p:nvSpPr>
        <p:spPr>
          <a:xfrm>
            <a:off x="361975" y="3256513"/>
            <a:ext cx="3860100" cy="13275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indent="-2921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Char char="●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1pPr>
            <a:lvl2pPr indent="-292100" lvl="1" marL="9144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Char char="○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2pPr>
            <a:lvl3pPr indent="-292100" lvl="2" marL="13716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Char char="■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3pPr>
            <a:lvl4pPr indent="-292100" lvl="3" marL="18288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Char char="●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4pPr>
            <a:lvl5pPr indent="-292100" lvl="4" marL="22860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Char char="○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5pPr>
            <a:lvl6pPr indent="-292100" lvl="5" marL="27432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Char char="■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6pPr>
            <a:lvl7pPr indent="-292100" lvl="6" marL="32004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Char char="●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7pPr>
            <a:lvl8pPr indent="-292100" lvl="7" marL="36576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Char char="○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8pPr>
            <a:lvl9pPr indent="-292100" lvl="8" marL="4114800">
              <a:lnSpc>
                <a:spcPct val="100000"/>
              </a:lnSpc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DM Sans Light"/>
              <a:buChar char="■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158" name="Google Shape;158;p16"/>
          <p:cNvSpPr txBox="1"/>
          <p:nvPr>
            <p:ph idx="4" type="title"/>
          </p:nvPr>
        </p:nvSpPr>
        <p:spPr>
          <a:xfrm>
            <a:off x="4800825" y="258072"/>
            <a:ext cx="1762200" cy="5877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4200"/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9pPr>
          </a:lstStyle>
          <a:p/>
        </p:txBody>
      </p:sp>
      <p:sp>
        <p:nvSpPr>
          <p:cNvPr id="159" name="Google Shape;159;p16"/>
          <p:cNvSpPr txBox="1"/>
          <p:nvPr>
            <p:ph idx="5" type="title"/>
          </p:nvPr>
        </p:nvSpPr>
        <p:spPr>
          <a:xfrm>
            <a:off x="7094925" y="258072"/>
            <a:ext cx="1762200" cy="5877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4200">
                <a:solidFill>
                  <a:schemeClr val="dk1"/>
                </a:solidFill>
              </a:defRPr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>
                <a:solidFill>
                  <a:schemeClr val="dk1"/>
                </a:solidFill>
              </a:defRPr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>
                <a:solidFill>
                  <a:schemeClr val="dk1"/>
                </a:solidFill>
              </a:defRPr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>
                <a:solidFill>
                  <a:schemeClr val="dk1"/>
                </a:solidFill>
              </a:defRPr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>
                <a:solidFill>
                  <a:schemeClr val="dk1"/>
                </a:solidFill>
              </a:defRPr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>
                <a:solidFill>
                  <a:schemeClr val="dk1"/>
                </a:solidFill>
              </a:defRPr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>
                <a:solidFill>
                  <a:schemeClr val="dk1"/>
                </a:solidFill>
              </a:defRPr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>
                <a:solidFill>
                  <a:schemeClr val="dk1"/>
                </a:solidFill>
              </a:defRPr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60" name="Google Shape;160;p16"/>
          <p:cNvSpPr txBox="1"/>
          <p:nvPr>
            <p:ph idx="6" type="title"/>
          </p:nvPr>
        </p:nvSpPr>
        <p:spPr>
          <a:xfrm>
            <a:off x="4800825" y="1698225"/>
            <a:ext cx="1762200" cy="5877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4200"/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>
                <a:solidFill>
                  <a:schemeClr val="dk1"/>
                </a:solidFill>
              </a:defRPr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>
                <a:solidFill>
                  <a:schemeClr val="dk1"/>
                </a:solidFill>
              </a:defRPr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>
                <a:solidFill>
                  <a:schemeClr val="dk1"/>
                </a:solidFill>
              </a:defRPr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>
                <a:solidFill>
                  <a:schemeClr val="dk1"/>
                </a:solidFill>
              </a:defRPr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>
                <a:solidFill>
                  <a:schemeClr val="dk1"/>
                </a:solidFill>
              </a:defRPr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>
                <a:solidFill>
                  <a:schemeClr val="dk1"/>
                </a:solidFill>
              </a:defRPr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>
                <a:solidFill>
                  <a:schemeClr val="dk1"/>
                </a:solidFill>
              </a:defRPr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61" name="Google Shape;161;p16"/>
          <p:cNvSpPr txBox="1"/>
          <p:nvPr>
            <p:ph idx="7" type="body"/>
          </p:nvPr>
        </p:nvSpPr>
        <p:spPr>
          <a:xfrm>
            <a:off x="4800825" y="4122308"/>
            <a:ext cx="3975900" cy="4617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 sz="1000"/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 sz="1000"/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 sz="1000"/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 sz="1000"/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 sz="1000"/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 sz="1000"/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 sz="1000"/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 sz="1000"/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Clr>
                <a:schemeClr val="lt1"/>
              </a:buClr>
              <a:buSzPts val="1000"/>
              <a:buFont typeface="DM Sans"/>
              <a:buChar char="■"/>
              <a:defRPr sz="1000"/>
            </a:lvl9pPr>
          </a:lstStyle>
          <a:p/>
        </p:txBody>
      </p:sp>
      <p:sp>
        <p:nvSpPr>
          <p:cNvPr id="162" name="Google Shape;162;p16"/>
          <p:cNvSpPr txBox="1"/>
          <p:nvPr>
            <p:ph idx="8" type="title"/>
          </p:nvPr>
        </p:nvSpPr>
        <p:spPr>
          <a:xfrm>
            <a:off x="4800825" y="3215225"/>
            <a:ext cx="3975900" cy="7989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62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22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22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22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22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22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22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22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22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63" name="Google Shape;163;p16"/>
          <p:cNvSpPr txBox="1"/>
          <p:nvPr>
            <p:ph idx="9" type="body"/>
          </p:nvPr>
        </p:nvSpPr>
        <p:spPr>
          <a:xfrm>
            <a:off x="4800825" y="2268700"/>
            <a:ext cx="1762200" cy="4617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●"/>
              <a:defRPr sz="1000">
                <a:solidFill>
                  <a:schemeClr val="dk1"/>
                </a:solidFill>
              </a:defRPr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○"/>
              <a:defRPr sz="1000">
                <a:solidFill>
                  <a:schemeClr val="dk1"/>
                </a:solidFill>
              </a:defRPr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■"/>
              <a:defRPr sz="1000">
                <a:solidFill>
                  <a:schemeClr val="dk1"/>
                </a:solidFill>
              </a:defRPr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●"/>
              <a:defRPr sz="1000">
                <a:solidFill>
                  <a:schemeClr val="dk1"/>
                </a:solidFill>
              </a:defRPr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○"/>
              <a:defRPr sz="1000">
                <a:solidFill>
                  <a:schemeClr val="dk1"/>
                </a:solidFill>
              </a:defRPr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■"/>
              <a:defRPr sz="1000">
                <a:solidFill>
                  <a:schemeClr val="dk1"/>
                </a:solidFill>
              </a:defRPr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●"/>
              <a:defRPr sz="1000">
                <a:solidFill>
                  <a:schemeClr val="dk1"/>
                </a:solidFill>
              </a:defRPr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○"/>
              <a:defRPr sz="1000">
                <a:solidFill>
                  <a:schemeClr val="dk1"/>
                </a:solidFill>
              </a:defRPr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DM Sans"/>
              <a:buChar char="■"/>
              <a:defRPr sz="10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64" name="Google Shape;164;p16"/>
          <p:cNvSpPr txBox="1"/>
          <p:nvPr>
            <p:ph idx="13" type="body"/>
          </p:nvPr>
        </p:nvSpPr>
        <p:spPr>
          <a:xfrm>
            <a:off x="7115650" y="2268700"/>
            <a:ext cx="1762200" cy="4617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●"/>
              <a:defRPr sz="1000">
                <a:solidFill>
                  <a:schemeClr val="dk1"/>
                </a:solidFill>
              </a:defRPr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○"/>
              <a:defRPr sz="1000">
                <a:solidFill>
                  <a:schemeClr val="dk1"/>
                </a:solidFill>
              </a:defRPr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■"/>
              <a:defRPr sz="1000">
                <a:solidFill>
                  <a:schemeClr val="dk1"/>
                </a:solidFill>
              </a:defRPr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●"/>
              <a:defRPr sz="1000">
                <a:solidFill>
                  <a:schemeClr val="dk1"/>
                </a:solidFill>
              </a:defRPr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○"/>
              <a:defRPr sz="1000">
                <a:solidFill>
                  <a:schemeClr val="dk1"/>
                </a:solidFill>
              </a:defRPr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■"/>
              <a:defRPr sz="1000">
                <a:solidFill>
                  <a:schemeClr val="dk1"/>
                </a:solidFill>
              </a:defRPr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●"/>
              <a:defRPr sz="1000">
                <a:solidFill>
                  <a:schemeClr val="dk1"/>
                </a:solidFill>
              </a:defRPr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○"/>
              <a:defRPr sz="1000">
                <a:solidFill>
                  <a:schemeClr val="dk1"/>
                </a:solidFill>
              </a:defRPr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DM Sans"/>
              <a:buChar char="■"/>
              <a:defRPr sz="10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65" name="Google Shape;165;p16"/>
          <p:cNvSpPr txBox="1"/>
          <p:nvPr>
            <p:ph idx="14" type="body"/>
          </p:nvPr>
        </p:nvSpPr>
        <p:spPr>
          <a:xfrm>
            <a:off x="4800825" y="860100"/>
            <a:ext cx="1762200" cy="4617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 sz="1000"/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 sz="1000"/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 sz="1000"/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 sz="1000"/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 sz="1000"/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 sz="1000"/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 sz="1000"/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 sz="1000"/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Clr>
                <a:schemeClr val="lt1"/>
              </a:buClr>
              <a:buSzPts val="1000"/>
              <a:buFont typeface="DM Sans"/>
              <a:buChar char="■"/>
              <a:defRPr sz="1000"/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x modules">
  <p:cSld name="CUSTOM_1">
    <p:bg>
      <p:bgPr>
        <a:solidFill>
          <a:schemeClr val="lt1"/>
        </a:solidFill>
      </p:bgPr>
    </p:bg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7"/>
          <p:cNvSpPr txBox="1"/>
          <p:nvPr>
            <p:ph idx="1" type="subTitle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DM Sans"/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68" name="Google Shape;168;p17"/>
          <p:cNvSpPr txBox="1"/>
          <p:nvPr>
            <p:ph type="title"/>
          </p:nvPr>
        </p:nvSpPr>
        <p:spPr>
          <a:xfrm>
            <a:off x="361975" y="988555"/>
            <a:ext cx="3860100" cy="5877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>
                <a:solidFill>
                  <a:schemeClr val="dk1"/>
                </a:solidFill>
              </a:defRPr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>
                <a:solidFill>
                  <a:schemeClr val="dk1"/>
                </a:solidFill>
              </a:defRPr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>
                <a:solidFill>
                  <a:schemeClr val="dk1"/>
                </a:solidFill>
              </a:defRPr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>
                <a:solidFill>
                  <a:schemeClr val="dk1"/>
                </a:solidFill>
              </a:defRPr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>
                <a:solidFill>
                  <a:schemeClr val="dk1"/>
                </a:solidFill>
              </a:defRPr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>
                <a:solidFill>
                  <a:schemeClr val="dk1"/>
                </a:solidFill>
              </a:defRPr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>
                <a:solidFill>
                  <a:schemeClr val="dk1"/>
                </a:solidFill>
              </a:defRPr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>
                <a:solidFill>
                  <a:schemeClr val="dk1"/>
                </a:solidFill>
              </a:defRPr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69" name="Google Shape;169;p17"/>
          <p:cNvSpPr txBox="1"/>
          <p:nvPr>
            <p:ph idx="2" type="subTitle"/>
          </p:nvPr>
        </p:nvSpPr>
        <p:spPr>
          <a:xfrm>
            <a:off x="361975" y="732775"/>
            <a:ext cx="3860100" cy="138600"/>
          </a:xfrm>
          <a:prstGeom prst="rect">
            <a:avLst/>
          </a:prstGeom>
        </p:spPr>
        <p:txBody>
          <a:bodyPr anchorCtr="0" anchor="b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None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70" name="Google Shape;170;p17"/>
          <p:cNvSpPr txBox="1"/>
          <p:nvPr>
            <p:ph idx="3" type="body"/>
          </p:nvPr>
        </p:nvSpPr>
        <p:spPr>
          <a:xfrm>
            <a:off x="4800825" y="3665600"/>
            <a:ext cx="3975900" cy="1114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●"/>
              <a:defRPr sz="1000">
                <a:solidFill>
                  <a:schemeClr val="dk1"/>
                </a:solidFill>
              </a:defRPr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○"/>
              <a:defRPr sz="1000">
                <a:solidFill>
                  <a:schemeClr val="dk1"/>
                </a:solidFill>
              </a:defRPr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■"/>
              <a:defRPr sz="1000">
                <a:solidFill>
                  <a:schemeClr val="dk1"/>
                </a:solidFill>
              </a:defRPr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●"/>
              <a:defRPr sz="1000">
                <a:solidFill>
                  <a:schemeClr val="dk1"/>
                </a:solidFill>
              </a:defRPr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○"/>
              <a:defRPr sz="1000">
                <a:solidFill>
                  <a:schemeClr val="dk1"/>
                </a:solidFill>
              </a:defRPr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■"/>
              <a:defRPr sz="1000">
                <a:solidFill>
                  <a:schemeClr val="dk1"/>
                </a:solidFill>
              </a:defRPr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●"/>
              <a:defRPr sz="1000">
                <a:solidFill>
                  <a:schemeClr val="dk1"/>
                </a:solidFill>
              </a:defRPr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○"/>
              <a:defRPr sz="1000">
                <a:solidFill>
                  <a:schemeClr val="dk1"/>
                </a:solidFill>
              </a:defRPr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DM Sans"/>
              <a:buChar char="■"/>
              <a:defRPr sz="10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71" name="Google Shape;171;p17"/>
          <p:cNvSpPr txBox="1"/>
          <p:nvPr>
            <p:ph idx="4" type="subTitle"/>
          </p:nvPr>
        </p:nvSpPr>
        <p:spPr>
          <a:xfrm>
            <a:off x="4800825" y="3285232"/>
            <a:ext cx="3975900" cy="1878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72" name="Google Shape;172;p17"/>
          <p:cNvSpPr txBox="1"/>
          <p:nvPr>
            <p:ph idx="5" type="body"/>
          </p:nvPr>
        </p:nvSpPr>
        <p:spPr>
          <a:xfrm>
            <a:off x="2611802" y="3665600"/>
            <a:ext cx="1627500" cy="1114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DM Sans"/>
              <a:buChar char="●"/>
              <a:defRPr sz="1000"/>
            </a:lvl1pPr>
            <a:lvl2pPr indent="-292100" lvl="1" marL="9144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Font typeface="DM Sans"/>
              <a:buChar char="○"/>
              <a:defRPr sz="1000"/>
            </a:lvl2pPr>
            <a:lvl3pPr indent="-292100" lvl="2" marL="13716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Font typeface="DM Sans"/>
              <a:buChar char="■"/>
              <a:defRPr sz="1000"/>
            </a:lvl3pPr>
            <a:lvl4pPr indent="-292100" lvl="3" marL="18288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Font typeface="DM Sans"/>
              <a:buChar char="●"/>
              <a:defRPr sz="1000"/>
            </a:lvl4pPr>
            <a:lvl5pPr indent="-292100" lvl="4" marL="22860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Font typeface="DM Sans"/>
              <a:buChar char="○"/>
              <a:defRPr sz="1000"/>
            </a:lvl5pPr>
            <a:lvl6pPr indent="-292100" lvl="5" marL="27432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Font typeface="DM Sans"/>
              <a:buChar char="■"/>
              <a:defRPr sz="1000"/>
            </a:lvl6pPr>
            <a:lvl7pPr indent="-292100" lvl="6" marL="32004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Font typeface="DM Sans"/>
              <a:buChar char="●"/>
              <a:defRPr sz="1000"/>
            </a:lvl7pPr>
            <a:lvl8pPr indent="-292100" lvl="7" marL="36576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Font typeface="DM Sans"/>
              <a:buChar char="○"/>
              <a:defRPr sz="1000"/>
            </a:lvl8pPr>
            <a:lvl9pPr indent="-292100" lvl="8" marL="4114800">
              <a:lnSpc>
                <a:spcPct val="100000"/>
              </a:lnSpc>
              <a:spcBef>
                <a:spcPts val="800"/>
              </a:spcBef>
              <a:spcAft>
                <a:spcPts val="800"/>
              </a:spcAft>
              <a:buSzPts val="1000"/>
              <a:buFont typeface="DM Sans"/>
              <a:buChar char="■"/>
              <a:defRPr sz="1000"/>
            </a:lvl9pPr>
          </a:lstStyle>
          <a:p/>
        </p:txBody>
      </p:sp>
      <p:sp>
        <p:nvSpPr>
          <p:cNvPr id="173" name="Google Shape;173;p17"/>
          <p:cNvSpPr txBox="1"/>
          <p:nvPr>
            <p:ph idx="6" type="subTitle"/>
          </p:nvPr>
        </p:nvSpPr>
        <p:spPr>
          <a:xfrm>
            <a:off x="2611802" y="3285232"/>
            <a:ext cx="1627500" cy="1878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9pPr>
          </a:lstStyle>
          <a:p/>
        </p:txBody>
      </p:sp>
      <p:sp>
        <p:nvSpPr>
          <p:cNvPr id="174" name="Google Shape;174;p17"/>
          <p:cNvSpPr txBox="1"/>
          <p:nvPr>
            <p:ph idx="7" type="body"/>
          </p:nvPr>
        </p:nvSpPr>
        <p:spPr>
          <a:xfrm>
            <a:off x="361977" y="3665600"/>
            <a:ext cx="1627500" cy="1114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●"/>
              <a:defRPr sz="1000">
                <a:solidFill>
                  <a:schemeClr val="dk1"/>
                </a:solidFill>
              </a:defRPr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○"/>
              <a:defRPr sz="1000">
                <a:solidFill>
                  <a:schemeClr val="dk1"/>
                </a:solidFill>
              </a:defRPr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■"/>
              <a:defRPr sz="1000">
                <a:solidFill>
                  <a:schemeClr val="dk1"/>
                </a:solidFill>
              </a:defRPr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●"/>
              <a:defRPr sz="1000">
                <a:solidFill>
                  <a:schemeClr val="dk1"/>
                </a:solidFill>
              </a:defRPr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○"/>
              <a:defRPr sz="1000">
                <a:solidFill>
                  <a:schemeClr val="dk1"/>
                </a:solidFill>
              </a:defRPr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■"/>
              <a:defRPr sz="1000">
                <a:solidFill>
                  <a:schemeClr val="dk1"/>
                </a:solidFill>
              </a:defRPr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●"/>
              <a:defRPr sz="1000">
                <a:solidFill>
                  <a:schemeClr val="dk1"/>
                </a:solidFill>
              </a:defRPr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○"/>
              <a:defRPr sz="1000">
                <a:solidFill>
                  <a:schemeClr val="dk1"/>
                </a:solidFill>
              </a:defRPr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DM Sans"/>
              <a:buChar char="■"/>
              <a:defRPr sz="10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75" name="Google Shape;175;p17"/>
          <p:cNvSpPr txBox="1"/>
          <p:nvPr>
            <p:ph idx="8" type="subTitle"/>
          </p:nvPr>
        </p:nvSpPr>
        <p:spPr>
          <a:xfrm>
            <a:off x="361977" y="3285232"/>
            <a:ext cx="1627500" cy="1878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76" name="Google Shape;176;p17"/>
          <p:cNvSpPr txBox="1"/>
          <p:nvPr>
            <p:ph idx="9" type="body"/>
          </p:nvPr>
        </p:nvSpPr>
        <p:spPr>
          <a:xfrm>
            <a:off x="4900725" y="1196103"/>
            <a:ext cx="1627500" cy="1385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●"/>
              <a:defRPr sz="1000">
                <a:solidFill>
                  <a:schemeClr val="dk1"/>
                </a:solidFill>
              </a:defRPr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○"/>
              <a:defRPr sz="1000">
                <a:solidFill>
                  <a:schemeClr val="dk1"/>
                </a:solidFill>
              </a:defRPr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■"/>
              <a:defRPr sz="1000">
                <a:solidFill>
                  <a:schemeClr val="dk1"/>
                </a:solidFill>
              </a:defRPr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●"/>
              <a:defRPr sz="1000">
                <a:solidFill>
                  <a:schemeClr val="dk1"/>
                </a:solidFill>
              </a:defRPr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○"/>
              <a:defRPr sz="1000">
                <a:solidFill>
                  <a:schemeClr val="dk1"/>
                </a:solidFill>
              </a:defRPr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■"/>
              <a:defRPr sz="1000">
                <a:solidFill>
                  <a:schemeClr val="dk1"/>
                </a:solidFill>
              </a:defRPr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●"/>
              <a:defRPr sz="1000">
                <a:solidFill>
                  <a:schemeClr val="dk1"/>
                </a:solidFill>
              </a:defRPr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○"/>
              <a:defRPr sz="1000">
                <a:solidFill>
                  <a:schemeClr val="dk1"/>
                </a:solidFill>
              </a:defRPr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DM Sans"/>
              <a:buChar char="■"/>
              <a:defRPr sz="10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77" name="Google Shape;177;p17"/>
          <p:cNvSpPr txBox="1"/>
          <p:nvPr>
            <p:ph idx="13" type="subTitle"/>
          </p:nvPr>
        </p:nvSpPr>
        <p:spPr>
          <a:xfrm>
            <a:off x="4900725" y="706863"/>
            <a:ext cx="1627500" cy="1878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78" name="Google Shape;178;p17"/>
          <p:cNvSpPr txBox="1"/>
          <p:nvPr>
            <p:ph idx="14" type="body"/>
          </p:nvPr>
        </p:nvSpPr>
        <p:spPr>
          <a:xfrm>
            <a:off x="7149175" y="1196103"/>
            <a:ext cx="1627500" cy="1385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 sz="1000"/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 sz="1000"/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 sz="1000"/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 sz="1000"/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 sz="1000"/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 sz="1000"/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 sz="1000"/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 sz="1000"/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Clr>
                <a:schemeClr val="lt1"/>
              </a:buClr>
              <a:buSzPts val="1000"/>
              <a:buFont typeface="DM Sans"/>
              <a:buChar char="■"/>
              <a:defRPr sz="1000"/>
            </a:lvl9pPr>
          </a:lstStyle>
          <a:p/>
        </p:txBody>
      </p:sp>
      <p:sp>
        <p:nvSpPr>
          <p:cNvPr id="179" name="Google Shape;179;p17"/>
          <p:cNvSpPr txBox="1"/>
          <p:nvPr>
            <p:ph idx="15" type="subTitle"/>
          </p:nvPr>
        </p:nvSpPr>
        <p:spPr>
          <a:xfrm>
            <a:off x="7149175" y="706863"/>
            <a:ext cx="1627500" cy="1878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9pPr>
          </a:lstStyle>
          <a:p/>
        </p:txBody>
      </p:sp>
      <p:sp>
        <p:nvSpPr>
          <p:cNvPr id="180" name="Google Shape;180;p17"/>
          <p:cNvSpPr txBox="1"/>
          <p:nvPr>
            <p:ph idx="12" type="sldNum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>
            <a:lvl1pPr lvl="0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lvl="1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lvl="2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lvl="3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lvl="4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lvl="5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lvl="6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lvl="7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lvl="8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our modules">
  <p:cSld name="CUSTOM_1_1">
    <p:bg>
      <p:bgPr>
        <a:solidFill>
          <a:schemeClr val="lt1"/>
        </a:solidFill>
      </p:bgPr>
    </p:bg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18"/>
          <p:cNvSpPr txBox="1"/>
          <p:nvPr>
            <p:ph idx="1" type="subTitle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DM Sans"/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83" name="Google Shape;183;p18"/>
          <p:cNvSpPr txBox="1"/>
          <p:nvPr>
            <p:ph idx="2" type="subTitle"/>
          </p:nvPr>
        </p:nvSpPr>
        <p:spPr>
          <a:xfrm>
            <a:off x="361975" y="732775"/>
            <a:ext cx="3860100" cy="138600"/>
          </a:xfrm>
          <a:prstGeom prst="rect">
            <a:avLst/>
          </a:prstGeom>
        </p:spPr>
        <p:txBody>
          <a:bodyPr anchorCtr="0" anchor="b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None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84" name="Google Shape;184;p18"/>
          <p:cNvSpPr txBox="1"/>
          <p:nvPr>
            <p:ph idx="12" type="sldNum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>
            <a:lvl1pPr lvl="0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lvl="1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lvl="2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lvl="3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lvl="4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lvl="5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lvl="6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lvl="7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lvl="8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85" name="Google Shape;185;p18"/>
          <p:cNvSpPr txBox="1"/>
          <p:nvPr>
            <p:ph type="title"/>
          </p:nvPr>
        </p:nvSpPr>
        <p:spPr>
          <a:xfrm>
            <a:off x="5796575" y="2351325"/>
            <a:ext cx="9895200" cy="7104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6200">
                <a:solidFill>
                  <a:schemeClr val="dk1"/>
                </a:solidFill>
              </a:defRPr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6200">
                <a:solidFill>
                  <a:schemeClr val="dk1"/>
                </a:solidFill>
              </a:defRPr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6200">
                <a:solidFill>
                  <a:schemeClr val="dk1"/>
                </a:solidFill>
              </a:defRPr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6200">
                <a:solidFill>
                  <a:schemeClr val="dk1"/>
                </a:solidFill>
              </a:defRPr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6200">
                <a:solidFill>
                  <a:schemeClr val="dk1"/>
                </a:solidFill>
              </a:defRPr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6200">
                <a:solidFill>
                  <a:schemeClr val="dk1"/>
                </a:solidFill>
              </a:defRPr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6200">
                <a:solidFill>
                  <a:schemeClr val="dk1"/>
                </a:solidFill>
              </a:defRPr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6200">
                <a:solidFill>
                  <a:schemeClr val="dk1"/>
                </a:solidFill>
              </a:defRPr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62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86" name="Google Shape;186;p18"/>
          <p:cNvSpPr txBox="1"/>
          <p:nvPr>
            <p:ph idx="3" type="title"/>
          </p:nvPr>
        </p:nvSpPr>
        <p:spPr>
          <a:xfrm>
            <a:off x="5796575" y="507450"/>
            <a:ext cx="9895200" cy="7104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6200"/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6200"/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6200"/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6200"/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6200"/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6200"/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6200"/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6200"/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6200"/>
            </a:lvl9pPr>
          </a:lstStyle>
          <a:p/>
        </p:txBody>
      </p:sp>
      <p:sp>
        <p:nvSpPr>
          <p:cNvPr id="187" name="Google Shape;187;p18"/>
          <p:cNvSpPr txBox="1"/>
          <p:nvPr>
            <p:ph idx="4" type="subTitle"/>
          </p:nvPr>
        </p:nvSpPr>
        <p:spPr>
          <a:xfrm>
            <a:off x="5712600" y="4290612"/>
            <a:ext cx="2613300" cy="5439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"/>
              <a:buFont typeface="DM Sans"/>
              <a:buNone/>
              <a:defRPr sz="1000">
                <a:latin typeface="DM Sans"/>
                <a:ea typeface="DM Sans"/>
                <a:cs typeface="DM Sans"/>
                <a:sym typeface="DM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  <a:sym typeface="DM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  <a:sym typeface="DM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  <a:sym typeface="DM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  <a:sym typeface="DM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  <a:sym typeface="DM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  <a:sym typeface="DM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  <a:sym typeface="DM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  <a:sym typeface="DM Sans"/>
              </a:defRPr>
            </a:lvl9pPr>
          </a:lstStyle>
          <a:p/>
        </p:txBody>
      </p:sp>
      <p:sp>
        <p:nvSpPr>
          <p:cNvPr id="188" name="Google Shape;188;p18"/>
          <p:cNvSpPr txBox="1"/>
          <p:nvPr>
            <p:ph idx="5" type="subTitle"/>
          </p:nvPr>
        </p:nvSpPr>
        <p:spPr>
          <a:xfrm>
            <a:off x="5712600" y="3243901"/>
            <a:ext cx="2613300" cy="4323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None/>
              <a:defRPr sz="10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None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None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None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None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None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None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None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None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/>
        </p:txBody>
      </p:sp>
      <p:sp>
        <p:nvSpPr>
          <p:cNvPr id="189" name="Google Shape;189;p18"/>
          <p:cNvSpPr txBox="1"/>
          <p:nvPr>
            <p:ph idx="6" type="subTitle"/>
          </p:nvPr>
        </p:nvSpPr>
        <p:spPr>
          <a:xfrm>
            <a:off x="5712600" y="1318375"/>
            <a:ext cx="2613300" cy="4830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"/>
              <a:buFont typeface="DM Sans"/>
              <a:buNone/>
              <a:defRPr sz="1000">
                <a:latin typeface="DM Sans"/>
                <a:ea typeface="DM Sans"/>
                <a:cs typeface="DM Sans"/>
                <a:sym typeface="DM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  <a:sym typeface="DM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  <a:sym typeface="DM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  <a:sym typeface="DM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  <a:sym typeface="DM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  <a:sym typeface="DM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  <a:sym typeface="DM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  <a:sym typeface="DM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  <a:sym typeface="DM Sans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modules">
  <p:cSld name="CUSTOM_1_1_1"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19"/>
          <p:cNvSpPr txBox="1"/>
          <p:nvPr>
            <p:ph idx="1" type="subTitle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700"/>
              <a:buFont typeface="DM Sans"/>
              <a:buNone/>
              <a:defRPr sz="700">
                <a:latin typeface="DM Sans"/>
                <a:ea typeface="DM Sans"/>
                <a:cs typeface="DM Sans"/>
                <a:sym typeface="DM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2" name="Google Shape;192;p19"/>
          <p:cNvSpPr txBox="1"/>
          <p:nvPr>
            <p:ph idx="2" type="subTitle"/>
          </p:nvPr>
        </p:nvSpPr>
        <p:spPr>
          <a:xfrm>
            <a:off x="361975" y="732775"/>
            <a:ext cx="3860100" cy="138600"/>
          </a:xfrm>
          <a:prstGeom prst="rect">
            <a:avLst/>
          </a:prstGeom>
        </p:spPr>
        <p:txBody>
          <a:bodyPr anchorCtr="0" anchor="b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3" name="Google Shape;193;p19"/>
          <p:cNvSpPr txBox="1"/>
          <p:nvPr>
            <p:ph idx="12" type="sldNum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>
            <a:lvl1pPr lvl="0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lvl="1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lvl="2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lvl="3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lvl="4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lvl="5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lvl="6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lvl="7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lvl="8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94" name="Google Shape;194;p19"/>
          <p:cNvSpPr txBox="1"/>
          <p:nvPr>
            <p:ph type="title"/>
          </p:nvPr>
        </p:nvSpPr>
        <p:spPr>
          <a:xfrm>
            <a:off x="361975" y="988557"/>
            <a:ext cx="5018400" cy="5877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tement with image - Alt 1">
  <p:cSld name="CUSTOM_2"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0"/>
          <p:cNvSpPr/>
          <p:nvPr>
            <p:ph idx="2" type="pic"/>
          </p:nvPr>
        </p:nvSpPr>
        <p:spPr>
          <a:xfrm>
            <a:off x="6289075" y="1793300"/>
            <a:ext cx="2853300" cy="3350400"/>
          </a:xfrm>
          <a:prstGeom prst="rect">
            <a:avLst/>
          </a:prstGeom>
          <a:noFill/>
          <a:ln>
            <a:noFill/>
          </a:ln>
        </p:spPr>
      </p:sp>
      <p:sp>
        <p:nvSpPr>
          <p:cNvPr id="197" name="Google Shape;197;p20"/>
          <p:cNvSpPr/>
          <p:nvPr/>
        </p:nvSpPr>
        <p:spPr>
          <a:xfrm>
            <a:off x="6289085" y="0"/>
            <a:ext cx="2853300" cy="1793100"/>
          </a:xfrm>
          <a:prstGeom prst="roundRect">
            <a:avLst>
              <a:gd fmla="val 0" name="adj"/>
            </a:avLst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accent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98" name="Google Shape;198;p20"/>
          <p:cNvSpPr txBox="1"/>
          <p:nvPr>
            <p:ph type="title"/>
          </p:nvPr>
        </p:nvSpPr>
        <p:spPr>
          <a:xfrm>
            <a:off x="361975" y="988550"/>
            <a:ext cx="5356800" cy="2255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22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2200"/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2200"/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2200"/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2200"/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2200"/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2200"/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2200"/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2200"/>
            </a:lvl9pPr>
          </a:lstStyle>
          <a:p/>
        </p:txBody>
      </p:sp>
      <p:sp>
        <p:nvSpPr>
          <p:cNvPr id="199" name="Google Shape;199;p20"/>
          <p:cNvSpPr txBox="1"/>
          <p:nvPr>
            <p:ph idx="1" type="body"/>
          </p:nvPr>
        </p:nvSpPr>
        <p:spPr>
          <a:xfrm>
            <a:off x="361975" y="3541582"/>
            <a:ext cx="3777000" cy="10443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●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○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■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●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○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■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●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○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Clr>
                <a:schemeClr val="lt1"/>
              </a:buClr>
              <a:buSzPts val="1000"/>
              <a:buFont typeface="DM Sans Light"/>
              <a:buChar char="■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200" name="Google Shape;200;p20"/>
          <p:cNvSpPr txBox="1"/>
          <p:nvPr>
            <p:ph idx="12" type="sldNum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>
            <a:lvl1pPr lvl="0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lvl="1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lvl="2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lvl="3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lvl="4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lvl="5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lvl="6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lvl="7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lvl="8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1" name="Google Shape;201;p20"/>
          <p:cNvSpPr txBox="1"/>
          <p:nvPr>
            <p:ph idx="3" type="subTitle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700"/>
              <a:buFont typeface="DM Sans"/>
              <a:buNone/>
              <a:defRPr sz="700">
                <a:latin typeface="DM Sans"/>
                <a:ea typeface="DM Sans"/>
                <a:cs typeface="DM Sans"/>
                <a:sym typeface="DM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tement with image - Alt 2">
  <p:cSld name="CUSTOM_2_1"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21"/>
          <p:cNvSpPr txBox="1"/>
          <p:nvPr>
            <p:ph idx="12" type="sldNum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>
            <a:lvl1pPr lvl="0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lvl="1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lvl="2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lvl="3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lvl="4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lvl="5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lvl="6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lvl="7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lvl="8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4" name="Google Shape;204;p21"/>
          <p:cNvSpPr txBox="1"/>
          <p:nvPr>
            <p:ph idx="1" type="subTitle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700"/>
              <a:buFont typeface="DM Sans"/>
              <a:buNone/>
              <a:defRPr sz="700">
                <a:latin typeface="DM Sans"/>
                <a:ea typeface="DM Sans"/>
                <a:cs typeface="DM Sans"/>
                <a:sym typeface="DM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5" name="Google Shape;205;p21"/>
          <p:cNvSpPr txBox="1"/>
          <p:nvPr>
            <p:ph idx="2" type="body"/>
          </p:nvPr>
        </p:nvSpPr>
        <p:spPr>
          <a:xfrm>
            <a:off x="1957800" y="4195275"/>
            <a:ext cx="5228400" cy="390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indent="-292100" lvl="0" marL="4572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●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1pPr>
            <a:lvl2pPr indent="-292100" lvl="1" marL="914400" algn="ctr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○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2pPr>
            <a:lvl3pPr indent="-292100" lvl="2" marL="1371600" algn="ctr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■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3pPr>
            <a:lvl4pPr indent="-292100" lvl="3" marL="1828800" algn="ctr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●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4pPr>
            <a:lvl5pPr indent="-292100" lvl="4" marL="2286000" algn="ctr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○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5pPr>
            <a:lvl6pPr indent="-292100" lvl="5" marL="2743200" algn="ctr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■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6pPr>
            <a:lvl7pPr indent="-292100" lvl="6" marL="3200400" algn="ctr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●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7pPr>
            <a:lvl8pPr indent="-292100" lvl="7" marL="3657600" algn="ctr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○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8pPr>
            <a:lvl9pPr indent="-292100" lvl="8" marL="4114800" algn="ctr">
              <a:spcBef>
                <a:spcPts val="800"/>
              </a:spcBef>
              <a:spcAft>
                <a:spcPts val="800"/>
              </a:spcAft>
              <a:buClr>
                <a:schemeClr val="lt1"/>
              </a:buClr>
              <a:buSzPts val="1000"/>
              <a:buFont typeface="DM Sans Light"/>
              <a:buChar char="■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206" name="Google Shape;206;p21"/>
          <p:cNvSpPr txBox="1"/>
          <p:nvPr>
            <p:ph idx="3" type="subTitle"/>
          </p:nvPr>
        </p:nvSpPr>
        <p:spPr>
          <a:xfrm>
            <a:off x="2490450" y="732775"/>
            <a:ext cx="4163100" cy="138600"/>
          </a:xfrm>
          <a:prstGeom prst="rect">
            <a:avLst/>
          </a:prstGeom>
        </p:spPr>
        <p:txBody>
          <a:bodyPr anchorCtr="0" anchor="b" bIns="0" lIns="0" spcFirstLastPara="1" rIns="0" wrap="square" tIns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207" name="Google Shape;207;p21"/>
          <p:cNvSpPr txBox="1"/>
          <p:nvPr>
            <p:ph type="title"/>
          </p:nvPr>
        </p:nvSpPr>
        <p:spPr>
          <a:xfrm>
            <a:off x="719400" y="988550"/>
            <a:ext cx="7705200" cy="5877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9pPr>
          </a:lstStyle>
          <a:p/>
        </p:txBody>
      </p:sp>
      <p:sp>
        <p:nvSpPr>
          <p:cNvPr id="208" name="Google Shape;208;p21"/>
          <p:cNvSpPr/>
          <p:nvPr>
            <p:ph idx="4" type="pic"/>
          </p:nvPr>
        </p:nvSpPr>
        <p:spPr>
          <a:xfrm>
            <a:off x="3982589" y="2427948"/>
            <a:ext cx="1179600" cy="14172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tement with image - Alt 3">
  <p:cSld name="CUSTOM_2_1_2">
    <p:bg>
      <p:bgPr>
        <a:solidFill>
          <a:schemeClr val="accent1"/>
        </a:solidFill>
      </p:bgPr>
    </p:bg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22"/>
          <p:cNvSpPr txBox="1"/>
          <p:nvPr>
            <p:ph idx="12" type="sldNum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>
            <a:lvl1pPr lvl="0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lvl="1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lvl="2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lvl="3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lvl="4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lvl="5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lvl="6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lvl="7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lvl="8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11" name="Google Shape;211;p22"/>
          <p:cNvSpPr txBox="1"/>
          <p:nvPr>
            <p:ph idx="1" type="subTitle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700"/>
              <a:buFont typeface="DM Sans"/>
              <a:buNone/>
              <a:defRPr sz="700">
                <a:latin typeface="DM Sans"/>
                <a:ea typeface="DM Sans"/>
                <a:cs typeface="DM Sans"/>
                <a:sym typeface="DM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2" name="Google Shape;212;p22"/>
          <p:cNvSpPr txBox="1"/>
          <p:nvPr>
            <p:ph idx="2" type="subTitle"/>
          </p:nvPr>
        </p:nvSpPr>
        <p:spPr>
          <a:xfrm>
            <a:off x="3154650" y="1051772"/>
            <a:ext cx="4163100" cy="138600"/>
          </a:xfrm>
          <a:prstGeom prst="rect">
            <a:avLst/>
          </a:prstGeom>
        </p:spPr>
        <p:txBody>
          <a:bodyPr anchorCtr="0" anchor="b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"/>
              <a:buFont typeface="DM Sans"/>
              <a:buNone/>
              <a:defRPr sz="1000">
                <a:latin typeface="DM Sans"/>
                <a:ea typeface="DM Sans"/>
                <a:cs typeface="DM Sans"/>
                <a:sym typeface="DM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  <a:sym typeface="DM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  <a:sym typeface="DM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  <a:sym typeface="DM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  <a:sym typeface="DM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  <a:sym typeface="DM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  <a:sym typeface="DM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  <a:sym typeface="DM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  <a:sym typeface="DM Sans"/>
              </a:defRPr>
            </a:lvl9pPr>
          </a:lstStyle>
          <a:p/>
        </p:txBody>
      </p:sp>
      <p:sp>
        <p:nvSpPr>
          <p:cNvPr id="213" name="Google Shape;213;p22"/>
          <p:cNvSpPr txBox="1"/>
          <p:nvPr>
            <p:ph type="title"/>
          </p:nvPr>
        </p:nvSpPr>
        <p:spPr>
          <a:xfrm>
            <a:off x="3154650" y="1801500"/>
            <a:ext cx="5622000" cy="28320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800"/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800"/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800"/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800"/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800"/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800"/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800"/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800"/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800"/>
            </a:lvl9pPr>
          </a:lstStyle>
          <a:p/>
        </p:txBody>
      </p:sp>
      <p:sp>
        <p:nvSpPr>
          <p:cNvPr id="214" name="Google Shape;214;p22"/>
          <p:cNvSpPr/>
          <p:nvPr>
            <p:ph idx="3" type="pic"/>
          </p:nvPr>
        </p:nvSpPr>
        <p:spPr>
          <a:xfrm>
            <a:off x="361975" y="1066100"/>
            <a:ext cx="1967700" cy="13116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section header">
  <p:cSld name="CUSTOM_2_1_2_1_2">
    <p:bg>
      <p:bgPr>
        <a:solidFill>
          <a:schemeClr val="lt1"/>
        </a:solidFill>
      </p:bgPr>
    </p:bg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23"/>
          <p:cNvSpPr/>
          <p:nvPr>
            <p:ph idx="2" type="pic"/>
          </p:nvPr>
        </p:nvSpPr>
        <p:spPr>
          <a:xfrm>
            <a:off x="361975" y="781775"/>
            <a:ext cx="2872800" cy="3783300"/>
          </a:xfrm>
          <a:prstGeom prst="rect">
            <a:avLst/>
          </a:prstGeom>
          <a:noFill/>
          <a:ln>
            <a:noFill/>
          </a:ln>
        </p:spPr>
      </p:sp>
      <p:sp>
        <p:nvSpPr>
          <p:cNvPr id="217" name="Google Shape;217;p23"/>
          <p:cNvSpPr txBox="1"/>
          <p:nvPr>
            <p:ph idx="12" type="sldNum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18" name="Google Shape;218;p23"/>
          <p:cNvSpPr txBox="1"/>
          <p:nvPr>
            <p:ph idx="1" type="subTitle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DM Sans"/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219" name="Google Shape;219;p23"/>
          <p:cNvSpPr txBox="1"/>
          <p:nvPr>
            <p:ph idx="3" type="subTitle"/>
          </p:nvPr>
        </p:nvSpPr>
        <p:spPr>
          <a:xfrm>
            <a:off x="3657600" y="1051772"/>
            <a:ext cx="4163100" cy="138600"/>
          </a:xfrm>
          <a:prstGeom prst="rect">
            <a:avLst/>
          </a:prstGeom>
        </p:spPr>
        <p:txBody>
          <a:bodyPr anchorCtr="0" anchor="b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None/>
              <a:defRPr sz="10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None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None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None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None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None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None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None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None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/>
        </p:txBody>
      </p:sp>
      <p:sp>
        <p:nvSpPr>
          <p:cNvPr id="220" name="Google Shape;220;p23"/>
          <p:cNvSpPr txBox="1"/>
          <p:nvPr>
            <p:ph type="title"/>
          </p:nvPr>
        </p:nvSpPr>
        <p:spPr>
          <a:xfrm>
            <a:off x="3657600" y="1555450"/>
            <a:ext cx="5622000" cy="17505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800">
                <a:solidFill>
                  <a:schemeClr val="dk1"/>
                </a:solidFill>
              </a:defRPr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800">
                <a:solidFill>
                  <a:schemeClr val="dk1"/>
                </a:solidFill>
              </a:defRPr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800">
                <a:solidFill>
                  <a:schemeClr val="dk1"/>
                </a:solidFill>
              </a:defRPr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800">
                <a:solidFill>
                  <a:schemeClr val="dk1"/>
                </a:solidFill>
              </a:defRPr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800">
                <a:solidFill>
                  <a:schemeClr val="dk1"/>
                </a:solidFill>
              </a:defRPr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800">
                <a:solidFill>
                  <a:schemeClr val="dk1"/>
                </a:solidFill>
              </a:defRPr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800">
                <a:solidFill>
                  <a:schemeClr val="dk1"/>
                </a:solidFill>
              </a:defRPr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800">
                <a:solidFill>
                  <a:schemeClr val="dk1"/>
                </a:solidFill>
              </a:defRPr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221" name="Google Shape;221;p23"/>
          <p:cNvSpPr txBox="1"/>
          <p:nvPr>
            <p:ph idx="4" type="body"/>
          </p:nvPr>
        </p:nvSpPr>
        <p:spPr>
          <a:xfrm>
            <a:off x="3657600" y="3556575"/>
            <a:ext cx="3554400" cy="1029300"/>
          </a:xfrm>
          <a:prstGeom prst="rect">
            <a:avLst/>
          </a:prstGeom>
        </p:spPr>
        <p:txBody>
          <a:bodyPr anchorCtr="0" anchor="b" bIns="0" lIns="0" spcFirstLastPara="1" rIns="0" wrap="square" tIns="0">
            <a:sp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Char char="●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Char char="○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Char char="■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Char char="●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Char char="○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Char char="■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Char char="●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Char char="○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DM Sans Light"/>
              <a:buChar char="■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tement with image - Alt 5">
  <p:cSld name="CUSTOM_2_1_2_1_1">
    <p:bg>
      <p:bgPr>
        <a:solidFill>
          <a:schemeClr val="accent2"/>
        </a:solidFill>
      </p:bgPr>
    </p:bg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The reflective glass facade of a skyscraper. " id="223" name="Google Shape;223;p24"/>
          <p:cNvPicPr preferRelativeResize="0"/>
          <p:nvPr/>
        </p:nvPicPr>
        <p:blipFill rotWithShape="1">
          <a:blip r:embed="rId2">
            <a:alphaModFix amt="14000"/>
          </a:blip>
          <a:srcRect b="15604" l="0" r="0" t="0"/>
          <a:stretch/>
        </p:blipFill>
        <p:spPr>
          <a:xfrm>
            <a:off x="0" y="-815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24"/>
          <p:cNvSpPr txBox="1"/>
          <p:nvPr>
            <p:ph idx="12" type="sldNum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>
            <a:lvl1pPr lvl="0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lvl="1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lvl="2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lvl="3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lvl="4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lvl="5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lvl="6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lvl="7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lvl="8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25" name="Google Shape;225;p24"/>
          <p:cNvSpPr txBox="1"/>
          <p:nvPr>
            <p:ph idx="1" type="subTitle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700"/>
              <a:buFont typeface="DM Sans"/>
              <a:buNone/>
              <a:defRPr sz="700">
                <a:latin typeface="DM Sans"/>
                <a:ea typeface="DM Sans"/>
                <a:cs typeface="DM Sans"/>
                <a:sym typeface="DM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6" name="Google Shape;226;p24"/>
          <p:cNvSpPr txBox="1"/>
          <p:nvPr>
            <p:ph idx="2" type="body"/>
          </p:nvPr>
        </p:nvSpPr>
        <p:spPr>
          <a:xfrm>
            <a:off x="1957800" y="4195275"/>
            <a:ext cx="5228400" cy="390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indent="-292100" lvl="0" marL="4572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 sz="1000"/>
            </a:lvl1pPr>
            <a:lvl2pPr indent="-292100" lvl="1" marL="914400" algn="ctr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 sz="1000"/>
            </a:lvl2pPr>
            <a:lvl3pPr indent="-292100" lvl="2" marL="1371600" algn="ctr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 sz="1000"/>
            </a:lvl3pPr>
            <a:lvl4pPr indent="-292100" lvl="3" marL="1828800" algn="ctr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 sz="1000"/>
            </a:lvl4pPr>
            <a:lvl5pPr indent="-292100" lvl="4" marL="2286000" algn="ctr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 sz="1000"/>
            </a:lvl5pPr>
            <a:lvl6pPr indent="-292100" lvl="5" marL="2743200" algn="ctr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 sz="1000"/>
            </a:lvl6pPr>
            <a:lvl7pPr indent="-292100" lvl="6" marL="3200400" algn="ctr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 sz="1000"/>
            </a:lvl7pPr>
            <a:lvl8pPr indent="-292100" lvl="7" marL="3657600" algn="ctr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 sz="1000"/>
            </a:lvl8pPr>
            <a:lvl9pPr indent="-292100" lvl="8" marL="4114800" algn="ctr">
              <a:spcBef>
                <a:spcPts val="800"/>
              </a:spcBef>
              <a:spcAft>
                <a:spcPts val="800"/>
              </a:spcAft>
              <a:buClr>
                <a:schemeClr val="lt1"/>
              </a:buClr>
              <a:buSzPts val="1000"/>
              <a:buFont typeface="DM Sans"/>
              <a:buChar char="■"/>
              <a:defRPr sz="1000"/>
            </a:lvl9pPr>
          </a:lstStyle>
          <a:p/>
        </p:txBody>
      </p:sp>
      <p:sp>
        <p:nvSpPr>
          <p:cNvPr id="227" name="Google Shape;227;p24"/>
          <p:cNvSpPr txBox="1"/>
          <p:nvPr>
            <p:ph idx="3" type="subTitle"/>
          </p:nvPr>
        </p:nvSpPr>
        <p:spPr>
          <a:xfrm>
            <a:off x="2490450" y="732775"/>
            <a:ext cx="4163100" cy="138600"/>
          </a:xfrm>
          <a:prstGeom prst="rect">
            <a:avLst/>
          </a:prstGeom>
        </p:spPr>
        <p:txBody>
          <a:bodyPr anchorCtr="0" anchor="b" bIns="0" lIns="0" spcFirstLastPara="1" rIns="0" wrap="square" tIns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228" name="Google Shape;228;p24"/>
          <p:cNvSpPr txBox="1"/>
          <p:nvPr>
            <p:ph type="title"/>
          </p:nvPr>
        </p:nvSpPr>
        <p:spPr>
          <a:xfrm>
            <a:off x="719400" y="988550"/>
            <a:ext cx="7705200" cy="5877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9pPr>
          </a:lstStyle>
          <a:p/>
        </p:txBody>
      </p:sp>
      <p:sp>
        <p:nvSpPr>
          <p:cNvPr id="229" name="Google Shape;229;p24"/>
          <p:cNvSpPr/>
          <p:nvPr>
            <p:ph idx="4" type="pic"/>
          </p:nvPr>
        </p:nvSpPr>
        <p:spPr>
          <a:xfrm>
            <a:off x="3588150" y="2027104"/>
            <a:ext cx="1967700" cy="13116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tement - Alt 2">
  <p:cSld name="CUSTOM_2_1_1_1">
    <p:bg>
      <p:bgPr>
        <a:solidFill>
          <a:schemeClr val="accent1"/>
        </a:solidFill>
      </p:bgPr>
    </p:bg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modern glass skyscraper. " id="231" name="Google Shape;231;p25"/>
          <p:cNvPicPr preferRelativeResize="0"/>
          <p:nvPr/>
        </p:nvPicPr>
        <p:blipFill rotWithShape="1">
          <a:blip r:embed="rId2">
            <a:alphaModFix amt="14000"/>
          </a:blip>
          <a:srcRect b="15604" l="0" r="0" t="0"/>
          <a:stretch/>
        </p:blipFill>
        <p:spPr>
          <a:xfrm>
            <a:off x="0" y="-815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232" name="Google Shape;232;p25"/>
          <p:cNvSpPr txBox="1"/>
          <p:nvPr>
            <p:ph idx="12" type="sldNum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>
            <a:lvl1pPr lvl="0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lvl="1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lvl="2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lvl="3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lvl="4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lvl="5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lvl="6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lvl="7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lvl="8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33" name="Google Shape;233;p25"/>
          <p:cNvSpPr txBox="1"/>
          <p:nvPr>
            <p:ph idx="1" type="subTitle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700"/>
              <a:buFont typeface="DM Sans"/>
              <a:buNone/>
              <a:defRPr sz="700">
                <a:latin typeface="DM Sans"/>
                <a:ea typeface="DM Sans"/>
                <a:cs typeface="DM Sans"/>
                <a:sym typeface="DM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4" name="Google Shape;234;p25"/>
          <p:cNvSpPr txBox="1"/>
          <p:nvPr>
            <p:ph idx="2" type="subTitle"/>
          </p:nvPr>
        </p:nvSpPr>
        <p:spPr>
          <a:xfrm>
            <a:off x="2490450" y="732775"/>
            <a:ext cx="4163100" cy="138600"/>
          </a:xfrm>
          <a:prstGeom prst="rect">
            <a:avLst/>
          </a:prstGeom>
        </p:spPr>
        <p:txBody>
          <a:bodyPr anchorCtr="0" anchor="b" bIns="0" lIns="0" spcFirstLastPara="1" rIns="0" wrap="square" tIns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235" name="Google Shape;235;p25"/>
          <p:cNvSpPr txBox="1"/>
          <p:nvPr>
            <p:ph type="title"/>
          </p:nvPr>
        </p:nvSpPr>
        <p:spPr>
          <a:xfrm>
            <a:off x="1128900" y="1430400"/>
            <a:ext cx="6886200" cy="22827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2800"/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overview - Six modules">
  <p:cSld name="CUSTOM_3">
    <p:bg>
      <p:bgPr>
        <a:solidFill>
          <a:schemeClr val="lt1"/>
        </a:solidFill>
      </p:bgPr>
    </p:bg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37" name="Google Shape;237;p26"/>
          <p:cNvCxnSpPr/>
          <p:nvPr/>
        </p:nvCxnSpPr>
        <p:spPr>
          <a:xfrm>
            <a:off x="6096087" y="1794800"/>
            <a:ext cx="0" cy="2755200"/>
          </a:xfrm>
          <a:prstGeom prst="straightConnector1">
            <a:avLst/>
          </a:prstGeom>
          <a:noFill/>
          <a:ln cap="flat" cmpd="sng" w="19050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8" name="Google Shape;238;p26"/>
          <p:cNvCxnSpPr/>
          <p:nvPr/>
        </p:nvCxnSpPr>
        <p:spPr>
          <a:xfrm>
            <a:off x="3048087" y="1794800"/>
            <a:ext cx="0" cy="2755200"/>
          </a:xfrm>
          <a:prstGeom prst="straightConnector1">
            <a:avLst/>
          </a:prstGeom>
          <a:noFill/>
          <a:ln cap="flat" cmpd="sng" w="19050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9" name="Google Shape;239;p26"/>
          <p:cNvCxnSpPr/>
          <p:nvPr/>
        </p:nvCxnSpPr>
        <p:spPr>
          <a:xfrm>
            <a:off x="50" y="3174279"/>
            <a:ext cx="9144000" cy="0"/>
          </a:xfrm>
          <a:prstGeom prst="straightConnector1">
            <a:avLst/>
          </a:prstGeom>
          <a:noFill/>
          <a:ln cap="flat" cmpd="sng" w="19050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40" name="Google Shape;240;p26"/>
          <p:cNvSpPr txBox="1"/>
          <p:nvPr>
            <p:ph idx="1" type="subTitle"/>
          </p:nvPr>
        </p:nvSpPr>
        <p:spPr>
          <a:xfrm>
            <a:off x="363200" y="2516650"/>
            <a:ext cx="2321700" cy="187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241" name="Google Shape;241;p26"/>
          <p:cNvSpPr txBox="1"/>
          <p:nvPr>
            <p:ph idx="2" type="subTitle"/>
          </p:nvPr>
        </p:nvSpPr>
        <p:spPr>
          <a:xfrm>
            <a:off x="361975" y="2227250"/>
            <a:ext cx="2321700" cy="219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DM Sans Light"/>
              <a:buNone/>
              <a:defRPr sz="1000">
                <a:solidFill>
                  <a:schemeClr val="accent2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DM Sans Light"/>
              <a:buNone/>
              <a:defRPr sz="1000">
                <a:solidFill>
                  <a:schemeClr val="accent2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DM Sans Light"/>
              <a:buNone/>
              <a:defRPr sz="1000">
                <a:solidFill>
                  <a:schemeClr val="accent2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DM Sans Light"/>
              <a:buNone/>
              <a:defRPr sz="1000">
                <a:solidFill>
                  <a:schemeClr val="accent2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DM Sans Light"/>
              <a:buNone/>
              <a:defRPr sz="1000">
                <a:solidFill>
                  <a:schemeClr val="accent2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DM Sans Light"/>
              <a:buNone/>
              <a:defRPr sz="1000">
                <a:solidFill>
                  <a:schemeClr val="accent2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DM Sans Light"/>
              <a:buNone/>
              <a:defRPr sz="1000">
                <a:solidFill>
                  <a:schemeClr val="accent2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DM Sans Light"/>
              <a:buNone/>
              <a:defRPr sz="1000">
                <a:solidFill>
                  <a:schemeClr val="accent2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DM Sans Light"/>
              <a:buNone/>
              <a:defRPr sz="1000">
                <a:solidFill>
                  <a:schemeClr val="accent2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242" name="Google Shape;242;p26"/>
          <p:cNvSpPr txBox="1"/>
          <p:nvPr>
            <p:ph idx="12" type="sldNum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43" name="Google Shape;243;p26"/>
          <p:cNvSpPr txBox="1"/>
          <p:nvPr>
            <p:ph idx="3" type="subTitle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DM Sans"/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244" name="Google Shape;244;p26"/>
          <p:cNvSpPr txBox="1"/>
          <p:nvPr>
            <p:ph type="title"/>
          </p:nvPr>
        </p:nvSpPr>
        <p:spPr>
          <a:xfrm>
            <a:off x="361975" y="962092"/>
            <a:ext cx="5718600" cy="5877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1"/>
                </a:solidFill>
              </a:defRPr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1"/>
                </a:solidFill>
              </a:defRPr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1"/>
                </a:solidFill>
              </a:defRPr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1"/>
                </a:solidFill>
              </a:defRPr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1"/>
                </a:solidFill>
              </a:defRPr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1"/>
                </a:solidFill>
              </a:defRPr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1"/>
                </a:solidFill>
              </a:defRPr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1"/>
                </a:solidFill>
              </a:defRPr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245" name="Google Shape;245;p26"/>
          <p:cNvSpPr txBox="1"/>
          <p:nvPr>
            <p:ph idx="4" type="subTitle"/>
          </p:nvPr>
        </p:nvSpPr>
        <p:spPr>
          <a:xfrm>
            <a:off x="3411825" y="2516650"/>
            <a:ext cx="2321700" cy="187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246" name="Google Shape;246;p26"/>
          <p:cNvSpPr txBox="1"/>
          <p:nvPr>
            <p:ph idx="5" type="subTitle"/>
          </p:nvPr>
        </p:nvSpPr>
        <p:spPr>
          <a:xfrm>
            <a:off x="3410600" y="2227250"/>
            <a:ext cx="2321700" cy="219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DM Sans Light"/>
              <a:buNone/>
              <a:defRPr sz="1000">
                <a:solidFill>
                  <a:schemeClr val="accent2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DM Sans Light"/>
              <a:buNone/>
              <a:defRPr sz="1000">
                <a:solidFill>
                  <a:schemeClr val="accent2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DM Sans Light"/>
              <a:buNone/>
              <a:defRPr sz="1000">
                <a:solidFill>
                  <a:schemeClr val="accent2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DM Sans Light"/>
              <a:buNone/>
              <a:defRPr sz="1000">
                <a:solidFill>
                  <a:schemeClr val="accent2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DM Sans Light"/>
              <a:buNone/>
              <a:defRPr sz="1000">
                <a:solidFill>
                  <a:schemeClr val="accent2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DM Sans Light"/>
              <a:buNone/>
              <a:defRPr sz="1000">
                <a:solidFill>
                  <a:schemeClr val="accent2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DM Sans Light"/>
              <a:buNone/>
              <a:defRPr sz="1000">
                <a:solidFill>
                  <a:schemeClr val="accent2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DM Sans Light"/>
              <a:buNone/>
              <a:defRPr sz="1000">
                <a:solidFill>
                  <a:schemeClr val="accent2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DM Sans Light"/>
              <a:buNone/>
              <a:defRPr sz="1000">
                <a:solidFill>
                  <a:schemeClr val="accent2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247" name="Google Shape;247;p26"/>
          <p:cNvSpPr txBox="1"/>
          <p:nvPr>
            <p:ph idx="6" type="subTitle"/>
          </p:nvPr>
        </p:nvSpPr>
        <p:spPr>
          <a:xfrm>
            <a:off x="6460475" y="2516650"/>
            <a:ext cx="2321700" cy="187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248" name="Google Shape;248;p26"/>
          <p:cNvSpPr txBox="1"/>
          <p:nvPr>
            <p:ph idx="7" type="subTitle"/>
          </p:nvPr>
        </p:nvSpPr>
        <p:spPr>
          <a:xfrm>
            <a:off x="6459250" y="2227250"/>
            <a:ext cx="2321700" cy="219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DM Sans Light"/>
              <a:buNone/>
              <a:defRPr sz="1000">
                <a:solidFill>
                  <a:schemeClr val="accent2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DM Sans Light"/>
              <a:buNone/>
              <a:defRPr sz="1000">
                <a:solidFill>
                  <a:schemeClr val="accent2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DM Sans Light"/>
              <a:buNone/>
              <a:defRPr sz="1000">
                <a:solidFill>
                  <a:schemeClr val="accent2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DM Sans Light"/>
              <a:buNone/>
              <a:defRPr sz="1000">
                <a:solidFill>
                  <a:schemeClr val="accent2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DM Sans Light"/>
              <a:buNone/>
              <a:defRPr sz="1000">
                <a:solidFill>
                  <a:schemeClr val="accent2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DM Sans Light"/>
              <a:buNone/>
              <a:defRPr sz="1000">
                <a:solidFill>
                  <a:schemeClr val="accent2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DM Sans Light"/>
              <a:buNone/>
              <a:defRPr sz="1000">
                <a:solidFill>
                  <a:schemeClr val="accent2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DM Sans Light"/>
              <a:buNone/>
              <a:defRPr sz="1000">
                <a:solidFill>
                  <a:schemeClr val="accent2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DM Sans Light"/>
              <a:buNone/>
              <a:defRPr sz="1000">
                <a:solidFill>
                  <a:schemeClr val="accent2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249" name="Google Shape;249;p26"/>
          <p:cNvSpPr txBox="1"/>
          <p:nvPr>
            <p:ph idx="8" type="subTitle"/>
          </p:nvPr>
        </p:nvSpPr>
        <p:spPr>
          <a:xfrm>
            <a:off x="363200" y="3864775"/>
            <a:ext cx="2321700" cy="187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250" name="Google Shape;250;p26"/>
          <p:cNvSpPr txBox="1"/>
          <p:nvPr>
            <p:ph idx="9" type="subTitle"/>
          </p:nvPr>
        </p:nvSpPr>
        <p:spPr>
          <a:xfrm>
            <a:off x="361975" y="3575375"/>
            <a:ext cx="2321700" cy="219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DM Sans Light"/>
              <a:buNone/>
              <a:defRPr sz="1000">
                <a:solidFill>
                  <a:schemeClr val="accent2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DM Sans Light"/>
              <a:buNone/>
              <a:defRPr sz="1000">
                <a:solidFill>
                  <a:schemeClr val="accent2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DM Sans Light"/>
              <a:buNone/>
              <a:defRPr sz="1000">
                <a:solidFill>
                  <a:schemeClr val="accent2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DM Sans Light"/>
              <a:buNone/>
              <a:defRPr sz="1000">
                <a:solidFill>
                  <a:schemeClr val="accent2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DM Sans Light"/>
              <a:buNone/>
              <a:defRPr sz="1000">
                <a:solidFill>
                  <a:schemeClr val="accent2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DM Sans Light"/>
              <a:buNone/>
              <a:defRPr sz="1000">
                <a:solidFill>
                  <a:schemeClr val="accent2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DM Sans Light"/>
              <a:buNone/>
              <a:defRPr sz="1000">
                <a:solidFill>
                  <a:schemeClr val="accent2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DM Sans Light"/>
              <a:buNone/>
              <a:defRPr sz="1000">
                <a:solidFill>
                  <a:schemeClr val="accent2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DM Sans Light"/>
              <a:buNone/>
              <a:defRPr sz="1000">
                <a:solidFill>
                  <a:schemeClr val="accent2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251" name="Google Shape;251;p26"/>
          <p:cNvSpPr txBox="1"/>
          <p:nvPr>
            <p:ph idx="13" type="subTitle"/>
          </p:nvPr>
        </p:nvSpPr>
        <p:spPr>
          <a:xfrm>
            <a:off x="3411825" y="3864775"/>
            <a:ext cx="2321700" cy="187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252" name="Google Shape;252;p26"/>
          <p:cNvSpPr txBox="1"/>
          <p:nvPr>
            <p:ph idx="14" type="subTitle"/>
          </p:nvPr>
        </p:nvSpPr>
        <p:spPr>
          <a:xfrm>
            <a:off x="3410600" y="3575375"/>
            <a:ext cx="2321700" cy="219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DM Sans Light"/>
              <a:buNone/>
              <a:defRPr sz="1000">
                <a:solidFill>
                  <a:schemeClr val="accent2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DM Sans Light"/>
              <a:buNone/>
              <a:defRPr sz="1000">
                <a:solidFill>
                  <a:schemeClr val="accent2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DM Sans Light"/>
              <a:buNone/>
              <a:defRPr sz="1000">
                <a:solidFill>
                  <a:schemeClr val="accent2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DM Sans Light"/>
              <a:buNone/>
              <a:defRPr sz="1000">
                <a:solidFill>
                  <a:schemeClr val="accent2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DM Sans Light"/>
              <a:buNone/>
              <a:defRPr sz="1000">
                <a:solidFill>
                  <a:schemeClr val="accent2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DM Sans Light"/>
              <a:buNone/>
              <a:defRPr sz="1000">
                <a:solidFill>
                  <a:schemeClr val="accent2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DM Sans Light"/>
              <a:buNone/>
              <a:defRPr sz="1000">
                <a:solidFill>
                  <a:schemeClr val="accent2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DM Sans Light"/>
              <a:buNone/>
              <a:defRPr sz="1000">
                <a:solidFill>
                  <a:schemeClr val="accent2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DM Sans Light"/>
              <a:buNone/>
              <a:defRPr sz="1000">
                <a:solidFill>
                  <a:schemeClr val="accent2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253" name="Google Shape;253;p26"/>
          <p:cNvSpPr txBox="1"/>
          <p:nvPr>
            <p:ph idx="15" type="subTitle"/>
          </p:nvPr>
        </p:nvSpPr>
        <p:spPr>
          <a:xfrm>
            <a:off x="6460475" y="3864775"/>
            <a:ext cx="2321700" cy="187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254" name="Google Shape;254;p26"/>
          <p:cNvSpPr txBox="1"/>
          <p:nvPr>
            <p:ph idx="16" type="subTitle"/>
          </p:nvPr>
        </p:nvSpPr>
        <p:spPr>
          <a:xfrm>
            <a:off x="6459250" y="3575375"/>
            <a:ext cx="2321700" cy="219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DM Sans Light"/>
              <a:buNone/>
              <a:defRPr sz="1000">
                <a:solidFill>
                  <a:schemeClr val="accent2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DM Sans Light"/>
              <a:buNone/>
              <a:defRPr sz="1000">
                <a:solidFill>
                  <a:schemeClr val="accent2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DM Sans Light"/>
              <a:buNone/>
              <a:defRPr sz="1000">
                <a:solidFill>
                  <a:schemeClr val="accent2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DM Sans Light"/>
              <a:buNone/>
              <a:defRPr sz="1000">
                <a:solidFill>
                  <a:schemeClr val="accent2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DM Sans Light"/>
              <a:buNone/>
              <a:defRPr sz="1000">
                <a:solidFill>
                  <a:schemeClr val="accent2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DM Sans Light"/>
              <a:buNone/>
              <a:defRPr sz="1000">
                <a:solidFill>
                  <a:schemeClr val="accent2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DM Sans Light"/>
              <a:buNone/>
              <a:defRPr sz="1000">
                <a:solidFill>
                  <a:schemeClr val="accent2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DM Sans Light"/>
              <a:buNone/>
              <a:defRPr sz="1000">
                <a:solidFill>
                  <a:schemeClr val="accent2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DM Sans Light"/>
              <a:buNone/>
              <a:defRPr sz="1000">
                <a:solidFill>
                  <a:schemeClr val="accent2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Audience - Alt 1">
  <p:cSld name="CUSTOM_4"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27"/>
          <p:cNvSpPr txBox="1"/>
          <p:nvPr>
            <p:ph idx="1" type="subTitle"/>
          </p:nvPr>
        </p:nvSpPr>
        <p:spPr>
          <a:xfrm>
            <a:off x="742900" y="2158550"/>
            <a:ext cx="3213000" cy="13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"/>
              <a:buFont typeface="DM Sans SemiBold"/>
              <a:buNone/>
              <a:defRPr sz="1000">
                <a:latin typeface="DM Sans SemiBold"/>
                <a:ea typeface="DM Sans SemiBold"/>
                <a:cs typeface="DM Sans SemiBold"/>
                <a:sym typeface="DM Sans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DM Sans SemiBold"/>
              <a:buNone/>
              <a:defRPr>
                <a:latin typeface="DM Sans SemiBold"/>
                <a:ea typeface="DM Sans SemiBold"/>
                <a:cs typeface="DM Sans SemiBold"/>
                <a:sym typeface="DM Sans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DM Sans SemiBold"/>
              <a:buNone/>
              <a:defRPr>
                <a:latin typeface="DM Sans SemiBold"/>
                <a:ea typeface="DM Sans SemiBold"/>
                <a:cs typeface="DM Sans SemiBold"/>
                <a:sym typeface="DM Sans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DM Sans SemiBold"/>
              <a:buNone/>
              <a:defRPr>
                <a:latin typeface="DM Sans SemiBold"/>
                <a:ea typeface="DM Sans SemiBold"/>
                <a:cs typeface="DM Sans SemiBold"/>
                <a:sym typeface="DM Sans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DM Sans SemiBold"/>
              <a:buNone/>
              <a:defRPr>
                <a:latin typeface="DM Sans SemiBold"/>
                <a:ea typeface="DM Sans SemiBold"/>
                <a:cs typeface="DM Sans SemiBold"/>
                <a:sym typeface="DM Sans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DM Sans SemiBold"/>
              <a:buNone/>
              <a:defRPr>
                <a:latin typeface="DM Sans SemiBold"/>
                <a:ea typeface="DM Sans SemiBold"/>
                <a:cs typeface="DM Sans SemiBold"/>
                <a:sym typeface="DM Sans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DM Sans SemiBold"/>
              <a:buNone/>
              <a:defRPr>
                <a:latin typeface="DM Sans SemiBold"/>
                <a:ea typeface="DM Sans SemiBold"/>
                <a:cs typeface="DM Sans SemiBold"/>
                <a:sym typeface="DM Sans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DM Sans SemiBold"/>
              <a:buNone/>
              <a:defRPr>
                <a:latin typeface="DM Sans SemiBold"/>
                <a:ea typeface="DM Sans SemiBold"/>
                <a:cs typeface="DM Sans SemiBold"/>
                <a:sym typeface="DM Sans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DM Sans SemiBold"/>
              <a:buNone/>
              <a:defRPr>
                <a:latin typeface="DM Sans SemiBold"/>
                <a:ea typeface="DM Sans SemiBold"/>
                <a:cs typeface="DM Sans SemiBold"/>
                <a:sym typeface="DM Sans SemiBold"/>
              </a:defRPr>
            </a:lvl9pPr>
          </a:lstStyle>
          <a:p/>
        </p:txBody>
      </p:sp>
      <p:sp>
        <p:nvSpPr>
          <p:cNvPr id="257" name="Google Shape;257;p27"/>
          <p:cNvSpPr txBox="1"/>
          <p:nvPr>
            <p:ph idx="2" type="body"/>
          </p:nvPr>
        </p:nvSpPr>
        <p:spPr>
          <a:xfrm>
            <a:off x="742900" y="2381875"/>
            <a:ext cx="3213000" cy="461700"/>
          </a:xfrm>
          <a:prstGeom prst="rect">
            <a:avLst/>
          </a:prstGeom>
          <a:noFill/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●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○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■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●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○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■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●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○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■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258" name="Google Shape;258;p27"/>
          <p:cNvSpPr/>
          <p:nvPr>
            <p:ph idx="3" type="pic"/>
          </p:nvPr>
        </p:nvSpPr>
        <p:spPr>
          <a:xfrm>
            <a:off x="5402575" y="0"/>
            <a:ext cx="3739800" cy="3129600"/>
          </a:xfrm>
          <a:prstGeom prst="rect">
            <a:avLst/>
          </a:prstGeom>
          <a:noFill/>
          <a:ln cap="flat" cmpd="sng" w="952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9" name="Google Shape;259;p27"/>
          <p:cNvSpPr txBox="1"/>
          <p:nvPr>
            <p:ph type="title"/>
          </p:nvPr>
        </p:nvSpPr>
        <p:spPr>
          <a:xfrm>
            <a:off x="361975" y="988550"/>
            <a:ext cx="4297200" cy="5877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9pPr>
          </a:lstStyle>
          <a:p/>
        </p:txBody>
      </p:sp>
      <p:sp>
        <p:nvSpPr>
          <p:cNvPr id="260" name="Google Shape;260;p27"/>
          <p:cNvSpPr txBox="1"/>
          <p:nvPr>
            <p:ph idx="4" type="subTitle"/>
          </p:nvPr>
        </p:nvSpPr>
        <p:spPr>
          <a:xfrm>
            <a:off x="361975" y="732775"/>
            <a:ext cx="4163100" cy="138600"/>
          </a:xfrm>
          <a:prstGeom prst="rect">
            <a:avLst/>
          </a:prstGeom>
        </p:spPr>
        <p:txBody>
          <a:bodyPr anchorCtr="0" anchor="b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1" name="Google Shape;261;p27"/>
          <p:cNvSpPr txBox="1"/>
          <p:nvPr>
            <p:ph idx="12" type="sldNum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>
            <a:lvl1pPr lvl="0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lvl="1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lvl="2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lvl="3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lvl="4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lvl="5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lvl="6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lvl="7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lvl="8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62" name="Google Shape;262;p27"/>
          <p:cNvSpPr txBox="1"/>
          <p:nvPr>
            <p:ph idx="5" type="subTitle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700"/>
              <a:buFont typeface="DM Sans"/>
              <a:buNone/>
              <a:defRPr sz="700">
                <a:latin typeface="DM Sans"/>
                <a:ea typeface="DM Sans"/>
                <a:cs typeface="DM Sans"/>
                <a:sym typeface="DM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3" name="Google Shape;263;p27"/>
          <p:cNvSpPr txBox="1"/>
          <p:nvPr>
            <p:ph idx="6" type="subTitle"/>
          </p:nvPr>
        </p:nvSpPr>
        <p:spPr>
          <a:xfrm>
            <a:off x="5785175" y="3335324"/>
            <a:ext cx="2991600" cy="2772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264" name="Google Shape;264;p27"/>
          <p:cNvSpPr txBox="1"/>
          <p:nvPr>
            <p:ph idx="7" type="subTitle"/>
          </p:nvPr>
        </p:nvSpPr>
        <p:spPr>
          <a:xfrm>
            <a:off x="742900" y="3910855"/>
            <a:ext cx="3213000" cy="138600"/>
          </a:xfrm>
          <a:prstGeom prst="rect">
            <a:avLst/>
          </a:prstGeom>
          <a:noFill/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"/>
              <a:buFont typeface="DM Sans SemiBold"/>
              <a:buNone/>
              <a:defRPr sz="1000">
                <a:latin typeface="DM Sans SemiBold"/>
                <a:ea typeface="DM Sans SemiBold"/>
                <a:cs typeface="DM Sans SemiBold"/>
                <a:sym typeface="DM Sans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DM Sans SemiBold"/>
              <a:buNone/>
              <a:defRPr>
                <a:latin typeface="DM Sans SemiBold"/>
                <a:ea typeface="DM Sans SemiBold"/>
                <a:cs typeface="DM Sans SemiBold"/>
                <a:sym typeface="DM Sans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DM Sans SemiBold"/>
              <a:buNone/>
              <a:defRPr>
                <a:latin typeface="DM Sans SemiBold"/>
                <a:ea typeface="DM Sans SemiBold"/>
                <a:cs typeface="DM Sans SemiBold"/>
                <a:sym typeface="DM Sans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DM Sans SemiBold"/>
              <a:buNone/>
              <a:defRPr>
                <a:latin typeface="DM Sans SemiBold"/>
                <a:ea typeface="DM Sans SemiBold"/>
                <a:cs typeface="DM Sans SemiBold"/>
                <a:sym typeface="DM Sans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DM Sans SemiBold"/>
              <a:buNone/>
              <a:defRPr>
                <a:latin typeface="DM Sans SemiBold"/>
                <a:ea typeface="DM Sans SemiBold"/>
                <a:cs typeface="DM Sans SemiBold"/>
                <a:sym typeface="DM Sans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DM Sans SemiBold"/>
              <a:buNone/>
              <a:defRPr>
                <a:latin typeface="DM Sans SemiBold"/>
                <a:ea typeface="DM Sans SemiBold"/>
                <a:cs typeface="DM Sans SemiBold"/>
                <a:sym typeface="DM Sans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DM Sans SemiBold"/>
              <a:buNone/>
              <a:defRPr>
                <a:latin typeface="DM Sans SemiBold"/>
                <a:ea typeface="DM Sans SemiBold"/>
                <a:cs typeface="DM Sans SemiBold"/>
                <a:sym typeface="DM Sans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DM Sans SemiBold"/>
              <a:buNone/>
              <a:defRPr>
                <a:latin typeface="DM Sans SemiBold"/>
                <a:ea typeface="DM Sans SemiBold"/>
                <a:cs typeface="DM Sans SemiBold"/>
                <a:sym typeface="DM Sans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DM Sans SemiBold"/>
              <a:buNone/>
              <a:defRPr>
                <a:latin typeface="DM Sans SemiBold"/>
                <a:ea typeface="DM Sans SemiBold"/>
                <a:cs typeface="DM Sans SemiBold"/>
                <a:sym typeface="DM Sans SemiBold"/>
              </a:defRPr>
            </a:lvl9pPr>
          </a:lstStyle>
          <a:p/>
        </p:txBody>
      </p:sp>
      <p:sp>
        <p:nvSpPr>
          <p:cNvPr id="265" name="Google Shape;265;p27"/>
          <p:cNvSpPr txBox="1"/>
          <p:nvPr>
            <p:ph idx="8" type="body"/>
          </p:nvPr>
        </p:nvSpPr>
        <p:spPr>
          <a:xfrm>
            <a:off x="742900" y="4134180"/>
            <a:ext cx="3213000" cy="461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●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○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■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●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○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■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●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○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■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266" name="Google Shape;266;p27"/>
          <p:cNvSpPr txBox="1"/>
          <p:nvPr>
            <p:ph idx="9" type="subTitle"/>
          </p:nvPr>
        </p:nvSpPr>
        <p:spPr>
          <a:xfrm>
            <a:off x="742900" y="3050778"/>
            <a:ext cx="3213000" cy="138600"/>
          </a:xfrm>
          <a:prstGeom prst="rect">
            <a:avLst/>
          </a:prstGeom>
          <a:noFill/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"/>
              <a:buFont typeface="DM Sans SemiBold"/>
              <a:buNone/>
              <a:defRPr sz="1000">
                <a:latin typeface="DM Sans SemiBold"/>
                <a:ea typeface="DM Sans SemiBold"/>
                <a:cs typeface="DM Sans SemiBold"/>
                <a:sym typeface="DM Sans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DM Sans SemiBold"/>
              <a:buNone/>
              <a:defRPr>
                <a:latin typeface="DM Sans SemiBold"/>
                <a:ea typeface="DM Sans SemiBold"/>
                <a:cs typeface="DM Sans SemiBold"/>
                <a:sym typeface="DM Sans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DM Sans SemiBold"/>
              <a:buNone/>
              <a:defRPr>
                <a:latin typeface="DM Sans SemiBold"/>
                <a:ea typeface="DM Sans SemiBold"/>
                <a:cs typeface="DM Sans SemiBold"/>
                <a:sym typeface="DM Sans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DM Sans SemiBold"/>
              <a:buNone/>
              <a:defRPr>
                <a:latin typeface="DM Sans SemiBold"/>
                <a:ea typeface="DM Sans SemiBold"/>
                <a:cs typeface="DM Sans SemiBold"/>
                <a:sym typeface="DM Sans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DM Sans SemiBold"/>
              <a:buNone/>
              <a:defRPr>
                <a:latin typeface="DM Sans SemiBold"/>
                <a:ea typeface="DM Sans SemiBold"/>
                <a:cs typeface="DM Sans SemiBold"/>
                <a:sym typeface="DM Sans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DM Sans SemiBold"/>
              <a:buNone/>
              <a:defRPr>
                <a:latin typeface="DM Sans SemiBold"/>
                <a:ea typeface="DM Sans SemiBold"/>
                <a:cs typeface="DM Sans SemiBold"/>
                <a:sym typeface="DM Sans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DM Sans SemiBold"/>
              <a:buNone/>
              <a:defRPr>
                <a:latin typeface="DM Sans SemiBold"/>
                <a:ea typeface="DM Sans SemiBold"/>
                <a:cs typeface="DM Sans SemiBold"/>
                <a:sym typeface="DM Sans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DM Sans SemiBold"/>
              <a:buNone/>
              <a:defRPr>
                <a:latin typeface="DM Sans SemiBold"/>
                <a:ea typeface="DM Sans SemiBold"/>
                <a:cs typeface="DM Sans SemiBold"/>
                <a:sym typeface="DM Sans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DM Sans SemiBold"/>
              <a:buNone/>
              <a:defRPr>
                <a:latin typeface="DM Sans SemiBold"/>
                <a:ea typeface="DM Sans SemiBold"/>
                <a:cs typeface="DM Sans SemiBold"/>
                <a:sym typeface="DM Sans SemiBold"/>
              </a:defRPr>
            </a:lvl9pPr>
          </a:lstStyle>
          <a:p/>
        </p:txBody>
      </p:sp>
      <p:sp>
        <p:nvSpPr>
          <p:cNvPr id="267" name="Google Shape;267;p27"/>
          <p:cNvSpPr txBox="1"/>
          <p:nvPr>
            <p:ph idx="13" type="body"/>
          </p:nvPr>
        </p:nvSpPr>
        <p:spPr>
          <a:xfrm>
            <a:off x="742900" y="3274103"/>
            <a:ext cx="3213000" cy="461700"/>
          </a:xfrm>
          <a:prstGeom prst="rect">
            <a:avLst/>
          </a:prstGeom>
          <a:noFill/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●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○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■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●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○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■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●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○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■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268" name="Google Shape;268;p27"/>
          <p:cNvSpPr txBox="1"/>
          <p:nvPr>
            <p:ph idx="14" type="body"/>
          </p:nvPr>
        </p:nvSpPr>
        <p:spPr>
          <a:xfrm>
            <a:off x="5785175" y="4134175"/>
            <a:ext cx="2991600" cy="4617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Font typeface="DM Sans Light"/>
              <a:buChar char="●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SzPts val="1000"/>
              <a:buFont typeface="DM Sans Light"/>
              <a:buChar char="○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SzPts val="1000"/>
              <a:buFont typeface="DM Sans Light"/>
              <a:buChar char="■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SzPts val="1000"/>
              <a:buFont typeface="DM Sans Light"/>
              <a:buChar char="●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SzPts val="1000"/>
              <a:buFont typeface="DM Sans Light"/>
              <a:buChar char="○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SzPts val="1000"/>
              <a:buFont typeface="DM Sans Light"/>
              <a:buChar char="■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SzPts val="1000"/>
              <a:buFont typeface="DM Sans Light"/>
              <a:buChar char="●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SzPts val="1000"/>
              <a:buFont typeface="DM Sans Light"/>
              <a:buChar char="○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SzPts val="1000"/>
              <a:buFont typeface="DM Sans Light"/>
              <a:buChar char="■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Audience - Alt 2">
  <p:cSld name="CUSTOM_4_1">
    <p:spTree>
      <p:nvGrpSpPr>
        <p:cNvPr id="269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28"/>
          <p:cNvSpPr/>
          <p:nvPr>
            <p:ph idx="2" type="pic"/>
          </p:nvPr>
        </p:nvSpPr>
        <p:spPr>
          <a:xfrm>
            <a:off x="75" y="0"/>
            <a:ext cx="2853300" cy="2436600"/>
          </a:xfrm>
          <a:prstGeom prst="rect">
            <a:avLst/>
          </a:prstGeom>
          <a:noFill/>
          <a:ln>
            <a:noFill/>
          </a:ln>
        </p:spPr>
      </p:sp>
      <p:sp>
        <p:nvSpPr>
          <p:cNvPr id="271" name="Google Shape;271;p28"/>
          <p:cNvSpPr txBox="1"/>
          <p:nvPr>
            <p:ph idx="12" type="sldNum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>
            <a:lvl1pPr lvl="0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lvl="1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lvl="2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lvl="3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lvl="4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lvl="5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lvl="6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lvl="7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lvl="8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72" name="Google Shape;272;p28"/>
          <p:cNvSpPr txBox="1"/>
          <p:nvPr>
            <p:ph idx="1" type="subTitle"/>
          </p:nvPr>
        </p:nvSpPr>
        <p:spPr>
          <a:xfrm>
            <a:off x="361975" y="2614325"/>
            <a:ext cx="2061600" cy="2772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am - Four members">
  <p:cSld name="CUSTOM_5">
    <p:bg>
      <p:bgPr>
        <a:solidFill>
          <a:schemeClr val="lt1"/>
        </a:solidFill>
      </p:bgPr>
    </p:bg>
    <p:spTree>
      <p:nvGrpSpPr>
        <p:cNvPr id="273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p29"/>
          <p:cNvSpPr txBox="1"/>
          <p:nvPr>
            <p:ph idx="1" type="body"/>
          </p:nvPr>
        </p:nvSpPr>
        <p:spPr>
          <a:xfrm>
            <a:off x="352800" y="3754932"/>
            <a:ext cx="1588800" cy="688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85750" lvl="0" marL="4572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Char char="●"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1pPr>
            <a:lvl2pPr indent="-285750" lvl="1" marL="9144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Char char="○"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2pPr>
            <a:lvl3pPr indent="-285750" lvl="2" marL="13716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Char char="■"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3pPr>
            <a:lvl4pPr indent="-285750" lvl="3" marL="18288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Char char="●"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4pPr>
            <a:lvl5pPr indent="-285750" lvl="4" marL="22860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Char char="○"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5pPr>
            <a:lvl6pPr indent="-285750" lvl="5" marL="27432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Char char="■"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6pPr>
            <a:lvl7pPr indent="-285750" lvl="6" marL="32004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Char char="●"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7pPr>
            <a:lvl8pPr indent="-285750" lvl="7" marL="36576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Char char="○"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8pPr>
            <a:lvl9pPr indent="-285750" lvl="8" marL="41148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Char char="■"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275" name="Google Shape;275;p29"/>
          <p:cNvSpPr txBox="1"/>
          <p:nvPr>
            <p:ph idx="2" type="body"/>
          </p:nvPr>
        </p:nvSpPr>
        <p:spPr>
          <a:xfrm>
            <a:off x="7187875" y="3754932"/>
            <a:ext cx="1588800" cy="688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85750" lvl="0" marL="4572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Char char="●"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1pPr>
            <a:lvl2pPr indent="-285750" lvl="1" marL="9144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Char char="○"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2pPr>
            <a:lvl3pPr indent="-285750" lvl="2" marL="13716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Char char="■"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3pPr>
            <a:lvl4pPr indent="-285750" lvl="3" marL="18288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Char char="●"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4pPr>
            <a:lvl5pPr indent="-285750" lvl="4" marL="22860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Char char="○"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5pPr>
            <a:lvl6pPr indent="-285750" lvl="5" marL="27432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Char char="■"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6pPr>
            <a:lvl7pPr indent="-285750" lvl="6" marL="32004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Char char="●"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7pPr>
            <a:lvl8pPr indent="-285750" lvl="7" marL="36576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Char char="○"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8pPr>
            <a:lvl9pPr indent="-285750" lvl="8" marL="41148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Char char="■"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276" name="Google Shape;276;p29"/>
          <p:cNvSpPr txBox="1"/>
          <p:nvPr>
            <p:ph idx="3" type="body"/>
          </p:nvPr>
        </p:nvSpPr>
        <p:spPr>
          <a:xfrm>
            <a:off x="4924400" y="3754932"/>
            <a:ext cx="1588800" cy="688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85750" lvl="0" marL="4572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Char char="●"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1pPr>
            <a:lvl2pPr indent="-285750" lvl="1" marL="9144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Char char="○"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2pPr>
            <a:lvl3pPr indent="-285750" lvl="2" marL="13716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Char char="■"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3pPr>
            <a:lvl4pPr indent="-285750" lvl="3" marL="18288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Char char="●"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4pPr>
            <a:lvl5pPr indent="-285750" lvl="4" marL="22860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Char char="○"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5pPr>
            <a:lvl6pPr indent="-285750" lvl="5" marL="27432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Char char="■"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6pPr>
            <a:lvl7pPr indent="-285750" lvl="6" marL="32004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Char char="●"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7pPr>
            <a:lvl8pPr indent="-285750" lvl="7" marL="36576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Char char="○"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8pPr>
            <a:lvl9pPr indent="-285750" lvl="8" marL="41148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Char char="■"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277" name="Google Shape;277;p29"/>
          <p:cNvSpPr txBox="1"/>
          <p:nvPr>
            <p:ph idx="4" type="body"/>
          </p:nvPr>
        </p:nvSpPr>
        <p:spPr>
          <a:xfrm>
            <a:off x="2643063" y="3754932"/>
            <a:ext cx="1588800" cy="688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85750" lvl="0" marL="4572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Char char="●"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1pPr>
            <a:lvl2pPr indent="-285750" lvl="1" marL="9144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Char char="○"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2pPr>
            <a:lvl3pPr indent="-285750" lvl="2" marL="13716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Char char="■"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3pPr>
            <a:lvl4pPr indent="-285750" lvl="3" marL="18288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Char char="●"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4pPr>
            <a:lvl5pPr indent="-285750" lvl="4" marL="22860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Char char="○"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5pPr>
            <a:lvl6pPr indent="-285750" lvl="5" marL="27432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Char char="■"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6pPr>
            <a:lvl7pPr indent="-285750" lvl="6" marL="32004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Char char="●"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7pPr>
            <a:lvl8pPr indent="-285750" lvl="7" marL="36576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Char char="○"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8pPr>
            <a:lvl9pPr indent="-285750" lvl="8" marL="41148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Char char="■"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278" name="Google Shape;278;p29"/>
          <p:cNvSpPr/>
          <p:nvPr>
            <p:ph idx="5" type="pic"/>
          </p:nvPr>
        </p:nvSpPr>
        <p:spPr>
          <a:xfrm>
            <a:off x="2941550" y="1923334"/>
            <a:ext cx="991800" cy="991800"/>
          </a:xfrm>
          <a:prstGeom prst="rect">
            <a:avLst/>
          </a:prstGeom>
          <a:noFill/>
          <a:ln>
            <a:noFill/>
          </a:ln>
        </p:spPr>
      </p:sp>
      <p:sp>
        <p:nvSpPr>
          <p:cNvPr id="279" name="Google Shape;279;p29"/>
          <p:cNvSpPr/>
          <p:nvPr>
            <p:ph idx="6" type="pic"/>
          </p:nvPr>
        </p:nvSpPr>
        <p:spPr>
          <a:xfrm>
            <a:off x="5227063" y="1923334"/>
            <a:ext cx="991800" cy="991800"/>
          </a:xfrm>
          <a:prstGeom prst="rect">
            <a:avLst/>
          </a:prstGeom>
          <a:noFill/>
          <a:ln>
            <a:noFill/>
          </a:ln>
        </p:spPr>
      </p:sp>
      <p:sp>
        <p:nvSpPr>
          <p:cNvPr id="280" name="Google Shape;280;p29"/>
          <p:cNvSpPr/>
          <p:nvPr>
            <p:ph idx="7" type="pic"/>
          </p:nvPr>
        </p:nvSpPr>
        <p:spPr>
          <a:xfrm>
            <a:off x="7495263" y="1923334"/>
            <a:ext cx="991800" cy="991800"/>
          </a:xfrm>
          <a:prstGeom prst="rect">
            <a:avLst/>
          </a:prstGeom>
          <a:noFill/>
          <a:ln>
            <a:noFill/>
          </a:ln>
        </p:spPr>
      </p:sp>
      <p:cxnSp>
        <p:nvCxnSpPr>
          <p:cNvPr id="281" name="Google Shape;281;p29"/>
          <p:cNvCxnSpPr/>
          <p:nvPr/>
        </p:nvCxnSpPr>
        <p:spPr>
          <a:xfrm>
            <a:off x="2286125" y="1801500"/>
            <a:ext cx="0" cy="3342000"/>
          </a:xfrm>
          <a:prstGeom prst="straightConnector1">
            <a:avLst/>
          </a:prstGeom>
          <a:noFill/>
          <a:ln cap="flat" cmpd="sng" w="19050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29"/>
          <p:cNvCxnSpPr/>
          <p:nvPr/>
        </p:nvCxnSpPr>
        <p:spPr>
          <a:xfrm>
            <a:off x="4580525" y="1801500"/>
            <a:ext cx="0" cy="3342000"/>
          </a:xfrm>
          <a:prstGeom prst="straightConnector1">
            <a:avLst/>
          </a:prstGeom>
          <a:noFill/>
          <a:ln cap="flat" cmpd="sng" w="19050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3" name="Google Shape;283;p29"/>
          <p:cNvCxnSpPr/>
          <p:nvPr/>
        </p:nvCxnSpPr>
        <p:spPr>
          <a:xfrm>
            <a:off x="6857075" y="1801500"/>
            <a:ext cx="0" cy="3342000"/>
          </a:xfrm>
          <a:prstGeom prst="straightConnector1">
            <a:avLst/>
          </a:prstGeom>
          <a:noFill/>
          <a:ln cap="flat" cmpd="sng" w="19050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4" name="Google Shape;284;p29"/>
          <p:cNvSpPr/>
          <p:nvPr>
            <p:ph idx="8" type="pic"/>
          </p:nvPr>
        </p:nvSpPr>
        <p:spPr>
          <a:xfrm>
            <a:off x="651288" y="1923334"/>
            <a:ext cx="991800" cy="991800"/>
          </a:xfrm>
          <a:prstGeom prst="rect">
            <a:avLst/>
          </a:prstGeom>
          <a:noFill/>
          <a:ln>
            <a:noFill/>
          </a:ln>
        </p:spPr>
      </p:sp>
      <p:sp>
        <p:nvSpPr>
          <p:cNvPr id="285" name="Google Shape;285;p29"/>
          <p:cNvSpPr txBox="1"/>
          <p:nvPr>
            <p:ph type="title"/>
          </p:nvPr>
        </p:nvSpPr>
        <p:spPr>
          <a:xfrm>
            <a:off x="361975" y="962092"/>
            <a:ext cx="5718600" cy="5877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1"/>
                </a:solidFill>
              </a:defRPr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1"/>
                </a:solidFill>
              </a:defRPr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1"/>
                </a:solidFill>
              </a:defRPr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1"/>
                </a:solidFill>
              </a:defRPr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1"/>
                </a:solidFill>
              </a:defRPr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1"/>
                </a:solidFill>
              </a:defRPr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1"/>
                </a:solidFill>
              </a:defRPr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1"/>
                </a:solidFill>
              </a:defRPr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286" name="Google Shape;286;p29"/>
          <p:cNvSpPr txBox="1"/>
          <p:nvPr>
            <p:ph idx="12" type="sldNum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87" name="Google Shape;287;p29"/>
          <p:cNvSpPr txBox="1"/>
          <p:nvPr>
            <p:ph idx="9" type="subTitle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DM Sans"/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288" name="Google Shape;288;p29"/>
          <p:cNvSpPr txBox="1"/>
          <p:nvPr>
            <p:ph idx="13" type="subTitle"/>
          </p:nvPr>
        </p:nvSpPr>
        <p:spPr>
          <a:xfrm>
            <a:off x="353250" y="3248209"/>
            <a:ext cx="1587900" cy="1878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>
                <a:solidFill>
                  <a:schemeClr val="accen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None/>
              <a:defRPr sz="1000">
                <a:solidFill>
                  <a:schemeClr val="accen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None/>
              <a:defRPr sz="1000">
                <a:solidFill>
                  <a:schemeClr val="accen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None/>
              <a:defRPr sz="1000">
                <a:solidFill>
                  <a:schemeClr val="accen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None/>
              <a:defRPr sz="1000">
                <a:solidFill>
                  <a:schemeClr val="accen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None/>
              <a:defRPr sz="1000">
                <a:solidFill>
                  <a:schemeClr val="accen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None/>
              <a:defRPr sz="1000">
                <a:solidFill>
                  <a:schemeClr val="accen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None/>
              <a:defRPr sz="1000">
                <a:solidFill>
                  <a:schemeClr val="accen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None/>
              <a:defRPr sz="1000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289" name="Google Shape;289;p29"/>
          <p:cNvSpPr txBox="1"/>
          <p:nvPr>
            <p:ph idx="14" type="subTitle"/>
          </p:nvPr>
        </p:nvSpPr>
        <p:spPr>
          <a:xfrm>
            <a:off x="353250" y="3050375"/>
            <a:ext cx="1587900" cy="219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>
                <a:solidFill>
                  <a:schemeClr val="dk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>
                <a:solidFill>
                  <a:schemeClr val="dk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>
                <a:solidFill>
                  <a:schemeClr val="dk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>
                <a:solidFill>
                  <a:schemeClr val="dk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>
                <a:solidFill>
                  <a:schemeClr val="dk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>
                <a:solidFill>
                  <a:schemeClr val="dk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>
                <a:solidFill>
                  <a:schemeClr val="dk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>
                <a:solidFill>
                  <a:schemeClr val="dk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290" name="Google Shape;290;p29"/>
          <p:cNvSpPr txBox="1"/>
          <p:nvPr>
            <p:ph idx="15" type="subTitle"/>
          </p:nvPr>
        </p:nvSpPr>
        <p:spPr>
          <a:xfrm>
            <a:off x="353250" y="4598973"/>
            <a:ext cx="1587900" cy="219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None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None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None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None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None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None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None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None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291" name="Google Shape;291;p29"/>
          <p:cNvSpPr txBox="1"/>
          <p:nvPr>
            <p:ph idx="16" type="subTitle"/>
          </p:nvPr>
        </p:nvSpPr>
        <p:spPr>
          <a:xfrm>
            <a:off x="7188325" y="3248209"/>
            <a:ext cx="1587900" cy="1878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>
                <a:solidFill>
                  <a:schemeClr val="accen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None/>
              <a:defRPr sz="1000">
                <a:solidFill>
                  <a:schemeClr val="accen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None/>
              <a:defRPr sz="1000">
                <a:solidFill>
                  <a:schemeClr val="accen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None/>
              <a:defRPr sz="1000">
                <a:solidFill>
                  <a:schemeClr val="accen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None/>
              <a:defRPr sz="1000">
                <a:solidFill>
                  <a:schemeClr val="accen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None/>
              <a:defRPr sz="1000">
                <a:solidFill>
                  <a:schemeClr val="accen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None/>
              <a:defRPr sz="1000">
                <a:solidFill>
                  <a:schemeClr val="accen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None/>
              <a:defRPr sz="1000">
                <a:solidFill>
                  <a:schemeClr val="accen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None/>
              <a:defRPr sz="1000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292" name="Google Shape;292;p29"/>
          <p:cNvSpPr txBox="1"/>
          <p:nvPr>
            <p:ph idx="17" type="subTitle"/>
          </p:nvPr>
        </p:nvSpPr>
        <p:spPr>
          <a:xfrm>
            <a:off x="7188325" y="3050375"/>
            <a:ext cx="1587900" cy="219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>
                <a:solidFill>
                  <a:schemeClr val="dk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>
                <a:solidFill>
                  <a:schemeClr val="dk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>
                <a:solidFill>
                  <a:schemeClr val="dk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>
                <a:solidFill>
                  <a:schemeClr val="dk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>
                <a:solidFill>
                  <a:schemeClr val="dk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>
                <a:solidFill>
                  <a:schemeClr val="dk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>
                <a:solidFill>
                  <a:schemeClr val="dk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>
                <a:solidFill>
                  <a:schemeClr val="dk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293" name="Google Shape;293;p29"/>
          <p:cNvSpPr txBox="1"/>
          <p:nvPr>
            <p:ph idx="18" type="subTitle"/>
          </p:nvPr>
        </p:nvSpPr>
        <p:spPr>
          <a:xfrm>
            <a:off x="7188325" y="4598973"/>
            <a:ext cx="1587900" cy="219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None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None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None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None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None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None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None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None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294" name="Google Shape;294;p29"/>
          <p:cNvSpPr txBox="1"/>
          <p:nvPr>
            <p:ph idx="19" type="subTitle"/>
          </p:nvPr>
        </p:nvSpPr>
        <p:spPr>
          <a:xfrm>
            <a:off x="4924850" y="3248209"/>
            <a:ext cx="1587900" cy="1878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>
                <a:solidFill>
                  <a:schemeClr val="accen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None/>
              <a:defRPr sz="1000">
                <a:solidFill>
                  <a:schemeClr val="accen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None/>
              <a:defRPr sz="1000">
                <a:solidFill>
                  <a:schemeClr val="accen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None/>
              <a:defRPr sz="1000">
                <a:solidFill>
                  <a:schemeClr val="accen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None/>
              <a:defRPr sz="1000">
                <a:solidFill>
                  <a:schemeClr val="accen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None/>
              <a:defRPr sz="1000">
                <a:solidFill>
                  <a:schemeClr val="accen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None/>
              <a:defRPr sz="1000">
                <a:solidFill>
                  <a:schemeClr val="accen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None/>
              <a:defRPr sz="1000">
                <a:solidFill>
                  <a:schemeClr val="accen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None/>
              <a:defRPr sz="1000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295" name="Google Shape;295;p29"/>
          <p:cNvSpPr txBox="1"/>
          <p:nvPr>
            <p:ph idx="20" type="subTitle"/>
          </p:nvPr>
        </p:nvSpPr>
        <p:spPr>
          <a:xfrm>
            <a:off x="4924850" y="3050375"/>
            <a:ext cx="1587900" cy="219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>
                <a:solidFill>
                  <a:schemeClr val="dk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>
                <a:solidFill>
                  <a:schemeClr val="dk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>
                <a:solidFill>
                  <a:schemeClr val="dk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>
                <a:solidFill>
                  <a:schemeClr val="dk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>
                <a:solidFill>
                  <a:schemeClr val="dk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>
                <a:solidFill>
                  <a:schemeClr val="dk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>
                <a:solidFill>
                  <a:schemeClr val="dk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>
                <a:solidFill>
                  <a:schemeClr val="dk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296" name="Google Shape;296;p29"/>
          <p:cNvSpPr txBox="1"/>
          <p:nvPr>
            <p:ph idx="21" type="subTitle"/>
          </p:nvPr>
        </p:nvSpPr>
        <p:spPr>
          <a:xfrm>
            <a:off x="4924850" y="4598973"/>
            <a:ext cx="1587900" cy="219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None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None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None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None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None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None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None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None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297" name="Google Shape;297;p29"/>
          <p:cNvSpPr txBox="1"/>
          <p:nvPr>
            <p:ph idx="22" type="subTitle"/>
          </p:nvPr>
        </p:nvSpPr>
        <p:spPr>
          <a:xfrm>
            <a:off x="2643513" y="3248209"/>
            <a:ext cx="1587900" cy="1878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>
                <a:solidFill>
                  <a:schemeClr val="accen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None/>
              <a:defRPr sz="1000">
                <a:solidFill>
                  <a:schemeClr val="accen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None/>
              <a:defRPr sz="1000">
                <a:solidFill>
                  <a:schemeClr val="accen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None/>
              <a:defRPr sz="1000">
                <a:solidFill>
                  <a:schemeClr val="accen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None/>
              <a:defRPr sz="1000">
                <a:solidFill>
                  <a:schemeClr val="accen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None/>
              <a:defRPr sz="1000">
                <a:solidFill>
                  <a:schemeClr val="accen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None/>
              <a:defRPr sz="1000">
                <a:solidFill>
                  <a:schemeClr val="accen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None/>
              <a:defRPr sz="1000">
                <a:solidFill>
                  <a:schemeClr val="accen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None/>
              <a:defRPr sz="1000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298" name="Google Shape;298;p29"/>
          <p:cNvSpPr txBox="1"/>
          <p:nvPr>
            <p:ph idx="23" type="subTitle"/>
          </p:nvPr>
        </p:nvSpPr>
        <p:spPr>
          <a:xfrm>
            <a:off x="2643513" y="3050375"/>
            <a:ext cx="1587900" cy="219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>
                <a:solidFill>
                  <a:schemeClr val="dk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>
                <a:solidFill>
                  <a:schemeClr val="dk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>
                <a:solidFill>
                  <a:schemeClr val="dk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>
                <a:solidFill>
                  <a:schemeClr val="dk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>
                <a:solidFill>
                  <a:schemeClr val="dk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>
                <a:solidFill>
                  <a:schemeClr val="dk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>
                <a:solidFill>
                  <a:schemeClr val="dk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>
                <a:solidFill>
                  <a:schemeClr val="dk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299" name="Google Shape;299;p29"/>
          <p:cNvSpPr txBox="1"/>
          <p:nvPr>
            <p:ph idx="24" type="subTitle"/>
          </p:nvPr>
        </p:nvSpPr>
        <p:spPr>
          <a:xfrm>
            <a:off x="2643513" y="4598973"/>
            <a:ext cx="1587900" cy="219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None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None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None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None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None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None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None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None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am - Eight members">
  <p:cSld name="CUSTOM_6"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0"/>
          <p:cNvSpPr txBox="1"/>
          <p:nvPr>
            <p:ph idx="1" type="subTitle"/>
          </p:nvPr>
        </p:nvSpPr>
        <p:spPr>
          <a:xfrm>
            <a:off x="6750600" y="1283963"/>
            <a:ext cx="2026200" cy="1878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302" name="Google Shape;302;p30"/>
          <p:cNvSpPr txBox="1"/>
          <p:nvPr>
            <p:ph idx="2" type="subTitle"/>
          </p:nvPr>
        </p:nvSpPr>
        <p:spPr>
          <a:xfrm>
            <a:off x="6750600" y="1054750"/>
            <a:ext cx="2026200" cy="219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/>
        </p:txBody>
      </p:sp>
      <p:sp>
        <p:nvSpPr>
          <p:cNvPr id="303" name="Google Shape;303;p30"/>
          <p:cNvSpPr txBox="1"/>
          <p:nvPr>
            <p:ph idx="3" type="subTitle"/>
          </p:nvPr>
        </p:nvSpPr>
        <p:spPr>
          <a:xfrm>
            <a:off x="6750600" y="1427900"/>
            <a:ext cx="2026200" cy="219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304" name="Google Shape;304;p30"/>
          <p:cNvSpPr/>
          <p:nvPr>
            <p:ph idx="4" type="pic"/>
          </p:nvPr>
        </p:nvSpPr>
        <p:spPr>
          <a:xfrm>
            <a:off x="6080709" y="1066100"/>
            <a:ext cx="530400" cy="530400"/>
          </a:xfrm>
          <a:prstGeom prst="rect">
            <a:avLst/>
          </a:prstGeom>
          <a:noFill/>
          <a:ln>
            <a:noFill/>
          </a:ln>
        </p:spPr>
      </p:sp>
      <p:sp>
        <p:nvSpPr>
          <p:cNvPr id="305" name="Google Shape;305;p30"/>
          <p:cNvSpPr txBox="1"/>
          <p:nvPr>
            <p:ph idx="5" type="subTitle"/>
          </p:nvPr>
        </p:nvSpPr>
        <p:spPr>
          <a:xfrm>
            <a:off x="3824550" y="1283963"/>
            <a:ext cx="2026200" cy="1878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306" name="Google Shape;306;p30"/>
          <p:cNvSpPr txBox="1"/>
          <p:nvPr>
            <p:ph idx="6" type="subTitle"/>
          </p:nvPr>
        </p:nvSpPr>
        <p:spPr>
          <a:xfrm>
            <a:off x="3824550" y="1054750"/>
            <a:ext cx="2026200" cy="219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/>
        </p:txBody>
      </p:sp>
      <p:sp>
        <p:nvSpPr>
          <p:cNvPr id="307" name="Google Shape;307;p30"/>
          <p:cNvSpPr txBox="1"/>
          <p:nvPr>
            <p:ph idx="7" type="subTitle"/>
          </p:nvPr>
        </p:nvSpPr>
        <p:spPr>
          <a:xfrm>
            <a:off x="3824550" y="1427900"/>
            <a:ext cx="2026200" cy="219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308" name="Google Shape;308;p30"/>
          <p:cNvSpPr/>
          <p:nvPr>
            <p:ph idx="8" type="pic"/>
          </p:nvPr>
        </p:nvSpPr>
        <p:spPr>
          <a:xfrm>
            <a:off x="3154659" y="1066100"/>
            <a:ext cx="530400" cy="530400"/>
          </a:xfrm>
          <a:prstGeom prst="rect">
            <a:avLst/>
          </a:prstGeom>
          <a:noFill/>
          <a:ln>
            <a:noFill/>
          </a:ln>
        </p:spPr>
      </p:sp>
      <p:sp>
        <p:nvSpPr>
          <p:cNvPr id="309" name="Google Shape;309;p30"/>
          <p:cNvSpPr txBox="1"/>
          <p:nvPr>
            <p:ph idx="9" type="subTitle"/>
          </p:nvPr>
        </p:nvSpPr>
        <p:spPr>
          <a:xfrm>
            <a:off x="6750600" y="2193728"/>
            <a:ext cx="2026200" cy="1878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310" name="Google Shape;310;p30"/>
          <p:cNvSpPr txBox="1"/>
          <p:nvPr>
            <p:ph idx="13" type="subTitle"/>
          </p:nvPr>
        </p:nvSpPr>
        <p:spPr>
          <a:xfrm>
            <a:off x="6750600" y="1964514"/>
            <a:ext cx="2026200" cy="219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/>
        </p:txBody>
      </p:sp>
      <p:sp>
        <p:nvSpPr>
          <p:cNvPr id="311" name="Google Shape;311;p30"/>
          <p:cNvSpPr txBox="1"/>
          <p:nvPr>
            <p:ph idx="14" type="subTitle"/>
          </p:nvPr>
        </p:nvSpPr>
        <p:spPr>
          <a:xfrm>
            <a:off x="6750600" y="2337664"/>
            <a:ext cx="2026200" cy="219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312" name="Google Shape;312;p30"/>
          <p:cNvSpPr/>
          <p:nvPr>
            <p:ph idx="15" type="pic"/>
          </p:nvPr>
        </p:nvSpPr>
        <p:spPr>
          <a:xfrm>
            <a:off x="6080709" y="1975864"/>
            <a:ext cx="530400" cy="530400"/>
          </a:xfrm>
          <a:prstGeom prst="rect">
            <a:avLst/>
          </a:prstGeom>
          <a:noFill/>
          <a:ln>
            <a:noFill/>
          </a:ln>
        </p:spPr>
      </p:sp>
      <p:sp>
        <p:nvSpPr>
          <p:cNvPr id="313" name="Google Shape;313;p30"/>
          <p:cNvSpPr txBox="1"/>
          <p:nvPr>
            <p:ph idx="16" type="subTitle"/>
          </p:nvPr>
        </p:nvSpPr>
        <p:spPr>
          <a:xfrm>
            <a:off x="3824550" y="2193728"/>
            <a:ext cx="2026200" cy="1878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314" name="Google Shape;314;p30"/>
          <p:cNvSpPr txBox="1"/>
          <p:nvPr>
            <p:ph idx="17" type="subTitle"/>
          </p:nvPr>
        </p:nvSpPr>
        <p:spPr>
          <a:xfrm>
            <a:off x="3824550" y="1964514"/>
            <a:ext cx="2026200" cy="219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/>
        </p:txBody>
      </p:sp>
      <p:sp>
        <p:nvSpPr>
          <p:cNvPr id="315" name="Google Shape;315;p30"/>
          <p:cNvSpPr txBox="1"/>
          <p:nvPr>
            <p:ph idx="18" type="subTitle"/>
          </p:nvPr>
        </p:nvSpPr>
        <p:spPr>
          <a:xfrm>
            <a:off x="3824550" y="2337664"/>
            <a:ext cx="2026200" cy="219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316" name="Google Shape;316;p30"/>
          <p:cNvSpPr/>
          <p:nvPr>
            <p:ph idx="19" type="pic"/>
          </p:nvPr>
        </p:nvSpPr>
        <p:spPr>
          <a:xfrm>
            <a:off x="3154659" y="1975864"/>
            <a:ext cx="530400" cy="530400"/>
          </a:xfrm>
          <a:prstGeom prst="rect">
            <a:avLst/>
          </a:prstGeom>
          <a:noFill/>
          <a:ln>
            <a:noFill/>
          </a:ln>
        </p:spPr>
      </p:sp>
      <p:sp>
        <p:nvSpPr>
          <p:cNvPr id="317" name="Google Shape;317;p30"/>
          <p:cNvSpPr txBox="1"/>
          <p:nvPr>
            <p:ph idx="20" type="subTitle"/>
          </p:nvPr>
        </p:nvSpPr>
        <p:spPr>
          <a:xfrm>
            <a:off x="6750600" y="3101715"/>
            <a:ext cx="2026200" cy="1878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318" name="Google Shape;318;p30"/>
          <p:cNvSpPr txBox="1"/>
          <p:nvPr>
            <p:ph idx="21" type="subTitle"/>
          </p:nvPr>
        </p:nvSpPr>
        <p:spPr>
          <a:xfrm>
            <a:off x="6750600" y="2872502"/>
            <a:ext cx="2026200" cy="219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/>
        </p:txBody>
      </p:sp>
      <p:sp>
        <p:nvSpPr>
          <p:cNvPr id="319" name="Google Shape;319;p30"/>
          <p:cNvSpPr txBox="1"/>
          <p:nvPr>
            <p:ph idx="22" type="subTitle"/>
          </p:nvPr>
        </p:nvSpPr>
        <p:spPr>
          <a:xfrm>
            <a:off x="6750600" y="3245652"/>
            <a:ext cx="2026200" cy="219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320" name="Google Shape;320;p30"/>
          <p:cNvSpPr/>
          <p:nvPr>
            <p:ph idx="23" type="pic"/>
          </p:nvPr>
        </p:nvSpPr>
        <p:spPr>
          <a:xfrm>
            <a:off x="6080709" y="2883852"/>
            <a:ext cx="530400" cy="530400"/>
          </a:xfrm>
          <a:prstGeom prst="rect">
            <a:avLst/>
          </a:prstGeom>
          <a:noFill/>
          <a:ln>
            <a:noFill/>
          </a:ln>
        </p:spPr>
      </p:sp>
      <p:sp>
        <p:nvSpPr>
          <p:cNvPr id="321" name="Google Shape;321;p30"/>
          <p:cNvSpPr txBox="1"/>
          <p:nvPr>
            <p:ph idx="24" type="subTitle"/>
          </p:nvPr>
        </p:nvSpPr>
        <p:spPr>
          <a:xfrm>
            <a:off x="3824550" y="3101715"/>
            <a:ext cx="2026200" cy="1878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322" name="Google Shape;322;p30"/>
          <p:cNvSpPr txBox="1"/>
          <p:nvPr>
            <p:ph idx="25" type="subTitle"/>
          </p:nvPr>
        </p:nvSpPr>
        <p:spPr>
          <a:xfrm>
            <a:off x="3824550" y="2872502"/>
            <a:ext cx="2026200" cy="219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/>
        </p:txBody>
      </p:sp>
      <p:sp>
        <p:nvSpPr>
          <p:cNvPr id="323" name="Google Shape;323;p30"/>
          <p:cNvSpPr txBox="1"/>
          <p:nvPr>
            <p:ph idx="26" type="subTitle"/>
          </p:nvPr>
        </p:nvSpPr>
        <p:spPr>
          <a:xfrm>
            <a:off x="3824550" y="3245652"/>
            <a:ext cx="2026200" cy="219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324" name="Google Shape;324;p30"/>
          <p:cNvSpPr/>
          <p:nvPr>
            <p:ph idx="27" type="pic"/>
          </p:nvPr>
        </p:nvSpPr>
        <p:spPr>
          <a:xfrm>
            <a:off x="3154659" y="2883852"/>
            <a:ext cx="530400" cy="530400"/>
          </a:xfrm>
          <a:prstGeom prst="rect">
            <a:avLst/>
          </a:prstGeom>
          <a:noFill/>
          <a:ln>
            <a:noFill/>
          </a:ln>
        </p:spPr>
      </p:sp>
      <p:sp>
        <p:nvSpPr>
          <p:cNvPr id="325" name="Google Shape;325;p30"/>
          <p:cNvSpPr txBox="1"/>
          <p:nvPr>
            <p:ph idx="28" type="subTitle"/>
          </p:nvPr>
        </p:nvSpPr>
        <p:spPr>
          <a:xfrm>
            <a:off x="6750600" y="4022919"/>
            <a:ext cx="2026200" cy="1878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326" name="Google Shape;326;p30"/>
          <p:cNvSpPr txBox="1"/>
          <p:nvPr>
            <p:ph idx="29" type="subTitle"/>
          </p:nvPr>
        </p:nvSpPr>
        <p:spPr>
          <a:xfrm>
            <a:off x="6750600" y="3793706"/>
            <a:ext cx="2026200" cy="219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/>
        </p:txBody>
      </p:sp>
      <p:sp>
        <p:nvSpPr>
          <p:cNvPr id="327" name="Google Shape;327;p30"/>
          <p:cNvSpPr txBox="1"/>
          <p:nvPr>
            <p:ph idx="30" type="subTitle"/>
          </p:nvPr>
        </p:nvSpPr>
        <p:spPr>
          <a:xfrm>
            <a:off x="6750600" y="4166856"/>
            <a:ext cx="2026200" cy="219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328" name="Google Shape;328;p30"/>
          <p:cNvSpPr/>
          <p:nvPr>
            <p:ph idx="31" type="pic"/>
          </p:nvPr>
        </p:nvSpPr>
        <p:spPr>
          <a:xfrm>
            <a:off x="6080709" y="3805056"/>
            <a:ext cx="530400" cy="530400"/>
          </a:xfrm>
          <a:prstGeom prst="rect">
            <a:avLst/>
          </a:prstGeom>
          <a:noFill/>
          <a:ln>
            <a:noFill/>
          </a:ln>
        </p:spPr>
      </p:sp>
      <p:sp>
        <p:nvSpPr>
          <p:cNvPr id="329" name="Google Shape;329;p30"/>
          <p:cNvSpPr txBox="1"/>
          <p:nvPr>
            <p:ph idx="32" type="subTitle"/>
          </p:nvPr>
        </p:nvSpPr>
        <p:spPr>
          <a:xfrm>
            <a:off x="3824550" y="4022919"/>
            <a:ext cx="2026200" cy="1878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330" name="Google Shape;330;p30"/>
          <p:cNvSpPr txBox="1"/>
          <p:nvPr>
            <p:ph idx="33" type="subTitle"/>
          </p:nvPr>
        </p:nvSpPr>
        <p:spPr>
          <a:xfrm>
            <a:off x="3824550" y="3793706"/>
            <a:ext cx="2026200" cy="219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/>
        </p:txBody>
      </p:sp>
      <p:sp>
        <p:nvSpPr>
          <p:cNvPr id="331" name="Google Shape;331;p30"/>
          <p:cNvSpPr txBox="1"/>
          <p:nvPr>
            <p:ph idx="34" type="subTitle"/>
          </p:nvPr>
        </p:nvSpPr>
        <p:spPr>
          <a:xfrm>
            <a:off x="3824550" y="4166856"/>
            <a:ext cx="2026200" cy="219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332" name="Google Shape;332;p30"/>
          <p:cNvSpPr/>
          <p:nvPr>
            <p:ph idx="35" type="pic"/>
          </p:nvPr>
        </p:nvSpPr>
        <p:spPr>
          <a:xfrm>
            <a:off x="3154659" y="3805056"/>
            <a:ext cx="530400" cy="530400"/>
          </a:xfrm>
          <a:prstGeom prst="rect">
            <a:avLst/>
          </a:prstGeom>
          <a:noFill/>
          <a:ln>
            <a:noFill/>
          </a:ln>
        </p:spPr>
      </p:sp>
      <p:sp>
        <p:nvSpPr>
          <p:cNvPr id="333" name="Google Shape;333;p30"/>
          <p:cNvSpPr txBox="1"/>
          <p:nvPr>
            <p:ph type="title"/>
          </p:nvPr>
        </p:nvSpPr>
        <p:spPr>
          <a:xfrm>
            <a:off x="361975" y="962100"/>
            <a:ext cx="2450700" cy="5877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9pPr>
          </a:lstStyle>
          <a:p/>
        </p:txBody>
      </p:sp>
      <p:sp>
        <p:nvSpPr>
          <p:cNvPr id="334" name="Google Shape;334;p30"/>
          <p:cNvSpPr txBox="1"/>
          <p:nvPr>
            <p:ph idx="12" type="sldNum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>
            <a:lvl1pPr lvl="0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lvl="1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lvl="2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lvl="3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lvl="4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lvl="5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lvl="6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lvl="7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lvl="8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35" name="Google Shape;335;p30"/>
          <p:cNvSpPr txBox="1"/>
          <p:nvPr>
            <p:ph idx="36" type="subTitle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700"/>
              <a:buFont typeface="DM Sans"/>
              <a:buNone/>
              <a:defRPr sz="700">
                <a:latin typeface="DM Sans"/>
                <a:ea typeface="DM Sans"/>
                <a:cs typeface="DM Sans"/>
                <a:sym typeface="DM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potlight - Alt 2">
  <p:cSld name="CUSTOM_7_1">
    <p:bg>
      <p:bgPr>
        <a:solidFill>
          <a:schemeClr val="accent2"/>
        </a:solidFill>
      </p:bgPr>
    </p:bg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31"/>
          <p:cNvSpPr/>
          <p:nvPr/>
        </p:nvSpPr>
        <p:spPr>
          <a:xfrm>
            <a:off x="0" y="0"/>
            <a:ext cx="4567500" cy="5143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338" name="Google Shape;338;p31"/>
          <p:cNvSpPr txBox="1"/>
          <p:nvPr>
            <p:ph type="title"/>
          </p:nvPr>
        </p:nvSpPr>
        <p:spPr>
          <a:xfrm>
            <a:off x="4975925" y="989088"/>
            <a:ext cx="3783600" cy="587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9pPr>
          </a:lstStyle>
          <a:p/>
        </p:txBody>
      </p:sp>
      <p:sp>
        <p:nvSpPr>
          <p:cNvPr id="339" name="Google Shape;339;p31"/>
          <p:cNvSpPr/>
          <p:nvPr>
            <p:ph idx="2" type="pic"/>
          </p:nvPr>
        </p:nvSpPr>
        <p:spPr>
          <a:xfrm flipH="1">
            <a:off x="953803" y="1066100"/>
            <a:ext cx="2664300" cy="3002700"/>
          </a:xfrm>
          <a:prstGeom prst="rect">
            <a:avLst/>
          </a:prstGeom>
          <a:noFill/>
          <a:ln>
            <a:noFill/>
          </a:ln>
        </p:spPr>
      </p:sp>
      <p:sp>
        <p:nvSpPr>
          <p:cNvPr id="340" name="Google Shape;340;p31"/>
          <p:cNvSpPr txBox="1"/>
          <p:nvPr>
            <p:ph idx="1" type="body"/>
          </p:nvPr>
        </p:nvSpPr>
        <p:spPr>
          <a:xfrm>
            <a:off x="4975925" y="4125662"/>
            <a:ext cx="3783600" cy="461700"/>
          </a:xfrm>
          <a:prstGeom prst="rect">
            <a:avLst/>
          </a:prstGeom>
          <a:noFill/>
        </p:spPr>
        <p:txBody>
          <a:bodyPr anchorCtr="0" anchor="b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●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○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■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●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○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■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●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○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■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341" name="Google Shape;341;p31"/>
          <p:cNvSpPr txBox="1"/>
          <p:nvPr>
            <p:ph idx="12" type="sldNum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>
            <a:lvl1pPr lvl="0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lvl="1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lvl="2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lvl="3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lvl="4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lvl="5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lvl="6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lvl="7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lvl="8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42" name="Google Shape;342;p31"/>
          <p:cNvSpPr txBox="1"/>
          <p:nvPr>
            <p:ph idx="3" type="body"/>
          </p:nvPr>
        </p:nvSpPr>
        <p:spPr>
          <a:xfrm>
            <a:off x="4975925" y="1943891"/>
            <a:ext cx="3783600" cy="1243200"/>
          </a:xfrm>
          <a:prstGeom prst="rect">
            <a:avLst/>
          </a:prstGeom>
          <a:noFill/>
        </p:spPr>
        <p:txBody>
          <a:bodyPr anchorCtr="0" anchor="t" bIns="0" lIns="0" spcFirstLastPara="1" rIns="0" wrap="square" tIns="0">
            <a:no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Newsreader"/>
              <a:buChar char="●"/>
              <a:defRPr sz="1600">
                <a:latin typeface="Newsreader"/>
                <a:ea typeface="Newsreader"/>
                <a:cs typeface="Newsreader"/>
                <a:sym typeface="Newsreader"/>
              </a:defRPr>
            </a:lvl1pPr>
            <a:lvl2pPr indent="-3302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Newsreader"/>
              <a:buChar char="○"/>
              <a:defRPr sz="1600">
                <a:latin typeface="Newsreader"/>
                <a:ea typeface="Newsreader"/>
                <a:cs typeface="Newsreader"/>
                <a:sym typeface="Newsreader"/>
              </a:defRPr>
            </a:lvl2pPr>
            <a:lvl3pPr indent="-3302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Newsreader"/>
              <a:buChar char="■"/>
              <a:defRPr sz="1600">
                <a:latin typeface="Newsreader"/>
                <a:ea typeface="Newsreader"/>
                <a:cs typeface="Newsreader"/>
                <a:sym typeface="Newsreader"/>
              </a:defRPr>
            </a:lvl3pPr>
            <a:lvl4pPr indent="-3302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Newsreader"/>
              <a:buChar char="●"/>
              <a:defRPr sz="1600">
                <a:latin typeface="Newsreader"/>
                <a:ea typeface="Newsreader"/>
                <a:cs typeface="Newsreader"/>
                <a:sym typeface="Newsreader"/>
              </a:defRPr>
            </a:lvl4pPr>
            <a:lvl5pPr indent="-3302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Newsreader"/>
              <a:buChar char="○"/>
              <a:defRPr sz="1600">
                <a:latin typeface="Newsreader"/>
                <a:ea typeface="Newsreader"/>
                <a:cs typeface="Newsreader"/>
                <a:sym typeface="Newsreader"/>
              </a:defRPr>
            </a:lvl5pPr>
            <a:lvl6pPr indent="-3302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Newsreader"/>
              <a:buChar char="■"/>
              <a:defRPr sz="1600">
                <a:latin typeface="Newsreader"/>
                <a:ea typeface="Newsreader"/>
                <a:cs typeface="Newsreader"/>
                <a:sym typeface="Newsreader"/>
              </a:defRPr>
            </a:lvl6pPr>
            <a:lvl7pPr indent="-3302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Newsreader"/>
              <a:buChar char="●"/>
              <a:defRPr sz="1600">
                <a:latin typeface="Newsreader"/>
                <a:ea typeface="Newsreader"/>
                <a:cs typeface="Newsreader"/>
                <a:sym typeface="Newsreader"/>
              </a:defRPr>
            </a:lvl7pPr>
            <a:lvl8pPr indent="-3302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Newsreader"/>
              <a:buChar char="○"/>
              <a:defRPr sz="1600">
                <a:latin typeface="Newsreader"/>
                <a:ea typeface="Newsreader"/>
                <a:cs typeface="Newsreader"/>
                <a:sym typeface="Newsreader"/>
              </a:defRPr>
            </a:lvl8pPr>
            <a:lvl9pPr indent="-3302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Newsreader"/>
              <a:buChar char="■"/>
              <a:defRPr sz="1600">
                <a:latin typeface="Newsreader"/>
                <a:ea typeface="Newsreader"/>
                <a:cs typeface="Newsreader"/>
                <a:sym typeface="Newsreader"/>
              </a:defRPr>
            </a:lvl9pPr>
          </a:lstStyle>
          <a:p/>
        </p:txBody>
      </p:sp>
      <p:sp>
        <p:nvSpPr>
          <p:cNvPr id="343" name="Google Shape;343;p31"/>
          <p:cNvSpPr txBox="1"/>
          <p:nvPr>
            <p:ph idx="4" type="subTitle"/>
          </p:nvPr>
        </p:nvSpPr>
        <p:spPr>
          <a:xfrm>
            <a:off x="4975925" y="732775"/>
            <a:ext cx="3783600" cy="138600"/>
          </a:xfrm>
          <a:prstGeom prst="rect">
            <a:avLst/>
          </a:prstGeom>
        </p:spPr>
        <p:txBody>
          <a:bodyPr anchorCtr="0" anchor="b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344" name="Google Shape;344;p31"/>
          <p:cNvSpPr txBox="1"/>
          <p:nvPr>
            <p:ph idx="5" type="subTitle"/>
          </p:nvPr>
        </p:nvSpPr>
        <p:spPr>
          <a:xfrm>
            <a:off x="4975925" y="1647132"/>
            <a:ext cx="3783600" cy="13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1pPr>
            <a:lvl2pPr lvl="1"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2pPr>
            <a:lvl3pPr lvl="2"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3pPr>
            <a:lvl4pPr lvl="3"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4pPr>
            <a:lvl5pPr lvl="4"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5pPr>
            <a:lvl6pPr lvl="5"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6pPr>
            <a:lvl7pPr lvl="6"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7pPr>
            <a:lvl8pPr lvl="7"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8pPr>
            <a:lvl9pPr lvl="8"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345" name="Google Shape;345;p31"/>
          <p:cNvSpPr txBox="1"/>
          <p:nvPr>
            <p:ph idx="6" type="subTitle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DM Sans"/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ar chart background">
  <p:cSld name="CUSTOM_8">
    <p:spTree>
      <p:nvGrpSpPr>
        <p:cNvPr id="346" name="Shape 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7" name="Google Shape;347;p32"/>
          <p:cNvGrpSpPr/>
          <p:nvPr/>
        </p:nvGrpSpPr>
        <p:grpSpPr>
          <a:xfrm>
            <a:off x="49" y="514398"/>
            <a:ext cx="9144297" cy="4115162"/>
            <a:chOff x="-18500" y="514395"/>
            <a:chExt cx="9219900" cy="4115162"/>
          </a:xfrm>
        </p:grpSpPr>
        <p:cxnSp>
          <p:nvCxnSpPr>
            <p:cNvPr id="348" name="Google Shape;348;p32"/>
            <p:cNvCxnSpPr/>
            <p:nvPr/>
          </p:nvCxnSpPr>
          <p:spPr>
            <a:xfrm>
              <a:off x="-18500" y="1028790"/>
              <a:ext cx="9219900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349" name="Google Shape;349;p32"/>
            <p:cNvCxnSpPr/>
            <p:nvPr/>
          </p:nvCxnSpPr>
          <p:spPr>
            <a:xfrm>
              <a:off x="-18500" y="4629557"/>
              <a:ext cx="9219900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350" name="Google Shape;350;p32"/>
            <p:cNvCxnSpPr/>
            <p:nvPr/>
          </p:nvCxnSpPr>
          <p:spPr>
            <a:xfrm>
              <a:off x="-18500" y="4115162"/>
              <a:ext cx="9219900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351" name="Google Shape;351;p32"/>
            <p:cNvCxnSpPr/>
            <p:nvPr/>
          </p:nvCxnSpPr>
          <p:spPr>
            <a:xfrm>
              <a:off x="-18500" y="3600767"/>
              <a:ext cx="9219900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352" name="Google Shape;352;p32"/>
            <p:cNvCxnSpPr/>
            <p:nvPr/>
          </p:nvCxnSpPr>
          <p:spPr>
            <a:xfrm>
              <a:off x="-18500" y="3086371"/>
              <a:ext cx="9219900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353" name="Google Shape;353;p32"/>
            <p:cNvCxnSpPr/>
            <p:nvPr/>
          </p:nvCxnSpPr>
          <p:spPr>
            <a:xfrm>
              <a:off x="-18500" y="2571976"/>
              <a:ext cx="9219900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354" name="Google Shape;354;p32"/>
            <p:cNvCxnSpPr/>
            <p:nvPr/>
          </p:nvCxnSpPr>
          <p:spPr>
            <a:xfrm>
              <a:off x="-18500" y="2057581"/>
              <a:ext cx="9219900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355" name="Google Shape;355;p32"/>
            <p:cNvCxnSpPr/>
            <p:nvPr/>
          </p:nvCxnSpPr>
          <p:spPr>
            <a:xfrm>
              <a:off x="-18500" y="1543186"/>
              <a:ext cx="9219900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356" name="Google Shape;356;p32"/>
            <p:cNvCxnSpPr/>
            <p:nvPr/>
          </p:nvCxnSpPr>
          <p:spPr>
            <a:xfrm>
              <a:off x="-18500" y="514395"/>
              <a:ext cx="9219900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  <p:sp>
        <p:nvSpPr>
          <p:cNvPr id="357" name="Google Shape;357;p32"/>
          <p:cNvSpPr txBox="1"/>
          <p:nvPr>
            <p:ph idx="12" type="sldNum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>
            <a:lvl1pPr lvl="0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lvl="1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lvl="2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lvl="3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lvl="4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lvl="5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lvl="6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lvl="7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lvl="8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58" name="Google Shape;358;p32"/>
          <p:cNvSpPr txBox="1"/>
          <p:nvPr>
            <p:ph idx="1" type="subTitle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700"/>
              <a:buFont typeface="DM Sans"/>
              <a:buNone/>
              <a:defRPr sz="700">
                <a:latin typeface="DM Sans"/>
                <a:ea typeface="DM Sans"/>
                <a:cs typeface="DM Sans"/>
                <a:sym typeface="DM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9" name="Google Shape;359;p32"/>
          <p:cNvSpPr txBox="1"/>
          <p:nvPr>
            <p:ph idx="2" type="subTitle"/>
          </p:nvPr>
        </p:nvSpPr>
        <p:spPr>
          <a:xfrm>
            <a:off x="361975" y="732775"/>
            <a:ext cx="4163100" cy="138600"/>
          </a:xfrm>
          <a:prstGeom prst="rect">
            <a:avLst/>
          </a:prstGeom>
        </p:spPr>
        <p:txBody>
          <a:bodyPr anchorCtr="0" anchor="b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ank you slide">
  <p:cSld name="CUSTOM_8_1">
    <p:bg>
      <p:bgPr>
        <a:solidFill>
          <a:schemeClr val="accent2"/>
        </a:solidFill>
      </p:bgPr>
    </p:bg>
    <p:spTree>
      <p:nvGrpSpPr>
        <p:cNvPr id="360" name="Shape 3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Google Shape;361;p33"/>
          <p:cNvSpPr/>
          <p:nvPr/>
        </p:nvSpPr>
        <p:spPr>
          <a:xfrm>
            <a:off x="50" y="-300"/>
            <a:ext cx="6708900" cy="5143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362" name="Google Shape;362;p33"/>
          <p:cNvSpPr txBox="1"/>
          <p:nvPr>
            <p:ph type="title"/>
          </p:nvPr>
        </p:nvSpPr>
        <p:spPr>
          <a:xfrm>
            <a:off x="451472" y="2024100"/>
            <a:ext cx="4163100" cy="13725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4200">
                <a:solidFill>
                  <a:schemeClr val="dk1"/>
                </a:solidFill>
              </a:defRPr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4200">
                <a:solidFill>
                  <a:schemeClr val="dk1"/>
                </a:solidFill>
              </a:defRPr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4200">
                <a:solidFill>
                  <a:schemeClr val="dk1"/>
                </a:solidFill>
              </a:defRPr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4200">
                <a:solidFill>
                  <a:schemeClr val="dk1"/>
                </a:solidFill>
              </a:defRPr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4200">
                <a:solidFill>
                  <a:schemeClr val="dk1"/>
                </a:solidFill>
              </a:defRPr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4200">
                <a:solidFill>
                  <a:schemeClr val="dk1"/>
                </a:solidFill>
              </a:defRPr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4200">
                <a:solidFill>
                  <a:schemeClr val="dk1"/>
                </a:solidFill>
              </a:defRPr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4200">
                <a:solidFill>
                  <a:schemeClr val="dk1"/>
                </a:solidFill>
              </a:defRPr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42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363" name="Google Shape;363;p33"/>
          <p:cNvSpPr txBox="1"/>
          <p:nvPr>
            <p:ph idx="1" type="subTitle"/>
          </p:nvPr>
        </p:nvSpPr>
        <p:spPr>
          <a:xfrm>
            <a:off x="451475" y="3776250"/>
            <a:ext cx="4163100" cy="4269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500"/>
              <a:buFont typeface="DM Sans"/>
              <a:buNone/>
              <a:defRPr sz="1500">
                <a:solidFill>
                  <a:schemeClr val="accent2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500"/>
              <a:buFont typeface="DM Sans"/>
              <a:buNone/>
              <a:defRPr sz="1500">
                <a:solidFill>
                  <a:schemeClr val="accent2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500"/>
              <a:buFont typeface="DM Sans"/>
              <a:buNone/>
              <a:defRPr sz="1500">
                <a:solidFill>
                  <a:schemeClr val="accent2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500"/>
              <a:buFont typeface="DM Sans"/>
              <a:buNone/>
              <a:defRPr sz="1500">
                <a:solidFill>
                  <a:schemeClr val="accent2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500"/>
              <a:buFont typeface="DM Sans"/>
              <a:buNone/>
              <a:defRPr sz="1500">
                <a:solidFill>
                  <a:schemeClr val="accent2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500"/>
              <a:buFont typeface="DM Sans"/>
              <a:buNone/>
              <a:defRPr sz="1500">
                <a:solidFill>
                  <a:schemeClr val="accent2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500"/>
              <a:buFont typeface="DM Sans"/>
              <a:buNone/>
              <a:defRPr sz="1500">
                <a:solidFill>
                  <a:schemeClr val="accent2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500"/>
              <a:buFont typeface="DM Sans"/>
              <a:buNone/>
              <a:defRPr sz="1500">
                <a:solidFill>
                  <a:schemeClr val="accent2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500"/>
              <a:buFont typeface="DM Sans"/>
              <a:buNone/>
              <a:defRPr sz="1500">
                <a:solidFill>
                  <a:schemeClr val="accent2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spTree>
      <p:nvGrpSpPr>
        <p:cNvPr id="364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p34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366" name="Google Shape;366;p34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Section header">
    <p:spTree>
      <p:nvGrpSpPr>
        <p:cNvPr id="367" name="Shape 3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Google Shape;368;p35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>
  <p:cSld name="Title and body">
    <p:spTree>
      <p:nvGrpSpPr>
        <p:cNvPr id="369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3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1" name="Google Shape;371;p36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>
  <p:cSld name="Title and two columns"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3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4" name="Google Shape;374;p37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375" name="Google Shape;375;p37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Title only">
    <p:spTree>
      <p:nvGrpSpPr>
        <p:cNvPr id="376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3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378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p39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80" name="Google Shape;380;p39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8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40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83" name="Shape 3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Google Shape;384;p41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5" name="Google Shape;385;p41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86" name="Google Shape;386;p41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387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p42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</a:lstStyle>
          <a:p/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389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Google Shape;390;p43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391" name="Google Shape;391;p43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">
    <p:spTree>
      <p:nvGrpSpPr>
        <p:cNvPr id="392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Agenda">
  <p:cSld name="Agenda">
    <p:spTree>
      <p:nvGrpSpPr>
        <p:cNvPr id="393" name="Shape 3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Google Shape;394;p45"/>
          <p:cNvSpPr txBox="1"/>
          <p:nvPr>
            <p:ph type="title"/>
          </p:nvPr>
        </p:nvSpPr>
        <p:spPr>
          <a:xfrm>
            <a:off x="677325" y="1832775"/>
            <a:ext cx="3217200" cy="1484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5" name="Google Shape;395;p45"/>
          <p:cNvSpPr txBox="1"/>
          <p:nvPr>
            <p:ph idx="1" type="subTitle"/>
          </p:nvPr>
        </p:nvSpPr>
        <p:spPr>
          <a:xfrm>
            <a:off x="4406650" y="393750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396" name="Google Shape;396;p45"/>
          <p:cNvSpPr txBox="1"/>
          <p:nvPr>
            <p:ph idx="2" type="subTitle"/>
          </p:nvPr>
        </p:nvSpPr>
        <p:spPr>
          <a:xfrm>
            <a:off x="4406650" y="1151705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397" name="Google Shape;397;p45"/>
          <p:cNvSpPr txBox="1"/>
          <p:nvPr>
            <p:ph idx="3" type="subTitle"/>
          </p:nvPr>
        </p:nvSpPr>
        <p:spPr>
          <a:xfrm>
            <a:off x="4406650" y="3425570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398" name="Google Shape;398;p45"/>
          <p:cNvSpPr txBox="1"/>
          <p:nvPr>
            <p:ph idx="4" type="subTitle"/>
          </p:nvPr>
        </p:nvSpPr>
        <p:spPr>
          <a:xfrm>
            <a:off x="4406650" y="1909660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399" name="Google Shape;399;p45"/>
          <p:cNvSpPr txBox="1"/>
          <p:nvPr>
            <p:ph idx="5" type="subTitle"/>
          </p:nvPr>
        </p:nvSpPr>
        <p:spPr>
          <a:xfrm>
            <a:off x="4406650" y="4183525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400" name="Google Shape;400;p45"/>
          <p:cNvSpPr txBox="1"/>
          <p:nvPr>
            <p:ph idx="6" type="subTitle"/>
          </p:nvPr>
        </p:nvSpPr>
        <p:spPr>
          <a:xfrm>
            <a:off x="4406650" y="2667615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body and image">
  <p:cSld name="Title, body and image"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p4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3" name="Google Shape;403;p46"/>
          <p:cNvSpPr txBox="1"/>
          <p:nvPr>
            <p:ph idx="1" type="body"/>
          </p:nvPr>
        </p:nvSpPr>
        <p:spPr>
          <a:xfrm>
            <a:off x="311700" y="1152475"/>
            <a:ext cx="4473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404" name="Google Shape;404;p46"/>
          <p:cNvSpPr/>
          <p:nvPr>
            <p:ph idx="2" type="pic"/>
          </p:nvPr>
        </p:nvSpPr>
        <p:spPr>
          <a:xfrm>
            <a:off x="4992024" y="1152775"/>
            <a:ext cx="3840300" cy="34164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big ideas">
  <p:cSld name="Two big ideas">
    <p:spTree>
      <p:nvGrpSpPr>
        <p:cNvPr id="405" name="Shape 4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Google Shape;406;p47"/>
          <p:cNvSpPr txBox="1"/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  <p:sp>
        <p:nvSpPr>
          <p:cNvPr id="407" name="Google Shape;407;p47"/>
          <p:cNvSpPr txBox="1"/>
          <p:nvPr>
            <p:ph idx="1" type="body"/>
          </p:nvPr>
        </p:nvSpPr>
        <p:spPr>
          <a:xfrm>
            <a:off x="483150" y="2237788"/>
            <a:ext cx="3619800" cy="23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408" name="Google Shape;408;p47"/>
          <p:cNvSpPr txBox="1"/>
          <p:nvPr>
            <p:ph idx="2" type="body"/>
          </p:nvPr>
        </p:nvSpPr>
        <p:spPr>
          <a:xfrm>
            <a:off x="5048000" y="2237788"/>
            <a:ext cx="3619800" cy="23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409" name="Google Shape;409;p47"/>
          <p:cNvSpPr txBox="1"/>
          <p:nvPr>
            <p:ph idx="3" type="subTitle"/>
          </p:nvPr>
        </p:nvSpPr>
        <p:spPr>
          <a:xfrm>
            <a:off x="483150" y="1336161"/>
            <a:ext cx="36198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410" name="Google Shape;410;p47"/>
          <p:cNvSpPr txBox="1"/>
          <p:nvPr>
            <p:ph idx="4" type="subTitle"/>
          </p:nvPr>
        </p:nvSpPr>
        <p:spPr>
          <a:xfrm>
            <a:off x="5048000" y="1336161"/>
            <a:ext cx="36198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big ideas">
  <p:cSld name="Three big ideas"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48"/>
          <p:cNvSpPr txBox="1"/>
          <p:nvPr>
            <p:ph idx="1" type="body"/>
          </p:nvPr>
        </p:nvSpPr>
        <p:spPr>
          <a:xfrm>
            <a:off x="483175" y="2417500"/>
            <a:ext cx="2455500" cy="23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413" name="Google Shape;413;p48"/>
          <p:cNvSpPr txBox="1"/>
          <p:nvPr>
            <p:ph idx="2" type="body"/>
          </p:nvPr>
        </p:nvSpPr>
        <p:spPr>
          <a:xfrm>
            <a:off x="3347725" y="2417500"/>
            <a:ext cx="2455500" cy="23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414" name="Google Shape;414;p48"/>
          <p:cNvSpPr txBox="1"/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  <p:sp>
        <p:nvSpPr>
          <p:cNvPr id="415" name="Google Shape;415;p48"/>
          <p:cNvSpPr txBox="1"/>
          <p:nvPr>
            <p:ph idx="3" type="subTitle"/>
          </p:nvPr>
        </p:nvSpPr>
        <p:spPr>
          <a:xfrm>
            <a:off x="483175" y="1336150"/>
            <a:ext cx="2455500" cy="77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416" name="Google Shape;416;p48"/>
          <p:cNvSpPr txBox="1"/>
          <p:nvPr>
            <p:ph idx="4" type="subTitle"/>
          </p:nvPr>
        </p:nvSpPr>
        <p:spPr>
          <a:xfrm>
            <a:off x="3347725" y="1336150"/>
            <a:ext cx="2455500" cy="77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417" name="Google Shape;417;p48"/>
          <p:cNvSpPr txBox="1"/>
          <p:nvPr>
            <p:ph idx="5" type="subTitle"/>
          </p:nvPr>
        </p:nvSpPr>
        <p:spPr>
          <a:xfrm>
            <a:off x="6212275" y="1336150"/>
            <a:ext cx="2455500" cy="77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418" name="Google Shape;418;p48"/>
          <p:cNvSpPr txBox="1"/>
          <p:nvPr>
            <p:ph idx="6" type="body"/>
          </p:nvPr>
        </p:nvSpPr>
        <p:spPr>
          <a:xfrm>
            <a:off x="6212275" y="2417500"/>
            <a:ext cx="2455500" cy="23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our big ideas">
  <p:cSld name="Four big ideas">
    <p:spTree>
      <p:nvGrpSpPr>
        <p:cNvPr id="419" name="Shape 4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Google Shape;420;p49"/>
          <p:cNvSpPr txBox="1"/>
          <p:nvPr>
            <p:ph idx="1" type="body"/>
          </p:nvPr>
        </p:nvSpPr>
        <p:spPr>
          <a:xfrm>
            <a:off x="366725" y="1759093"/>
            <a:ext cx="3838500" cy="113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421" name="Google Shape;421;p49"/>
          <p:cNvSpPr txBox="1"/>
          <p:nvPr>
            <p:ph idx="2" type="body"/>
          </p:nvPr>
        </p:nvSpPr>
        <p:spPr>
          <a:xfrm>
            <a:off x="4938725" y="1759093"/>
            <a:ext cx="3838500" cy="113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422" name="Google Shape;422;p49"/>
          <p:cNvSpPr txBox="1"/>
          <p:nvPr>
            <p:ph idx="3" type="body"/>
          </p:nvPr>
        </p:nvSpPr>
        <p:spPr>
          <a:xfrm>
            <a:off x="366750" y="3648575"/>
            <a:ext cx="3838500" cy="113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423" name="Google Shape;423;p49"/>
          <p:cNvSpPr txBox="1"/>
          <p:nvPr>
            <p:ph idx="4" type="body"/>
          </p:nvPr>
        </p:nvSpPr>
        <p:spPr>
          <a:xfrm>
            <a:off x="4938750" y="3648575"/>
            <a:ext cx="3838500" cy="113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424" name="Google Shape;424;p49"/>
          <p:cNvSpPr txBox="1"/>
          <p:nvPr>
            <p:ph type="title"/>
          </p:nvPr>
        </p:nvSpPr>
        <p:spPr>
          <a:xfrm>
            <a:off x="366750" y="450025"/>
            <a:ext cx="8184600" cy="758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  <p:sp>
        <p:nvSpPr>
          <p:cNvPr id="425" name="Google Shape;425;p49"/>
          <p:cNvSpPr txBox="1"/>
          <p:nvPr>
            <p:ph idx="5" type="subTitle"/>
          </p:nvPr>
        </p:nvSpPr>
        <p:spPr>
          <a:xfrm>
            <a:off x="366763" y="1277907"/>
            <a:ext cx="3838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426" name="Google Shape;426;p49"/>
          <p:cNvSpPr txBox="1"/>
          <p:nvPr>
            <p:ph idx="6" type="subTitle"/>
          </p:nvPr>
        </p:nvSpPr>
        <p:spPr>
          <a:xfrm>
            <a:off x="4938738" y="1277907"/>
            <a:ext cx="3838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427" name="Google Shape;427;p49"/>
          <p:cNvSpPr txBox="1"/>
          <p:nvPr>
            <p:ph idx="7" type="subTitle"/>
          </p:nvPr>
        </p:nvSpPr>
        <p:spPr>
          <a:xfrm>
            <a:off x="4938761" y="3167363"/>
            <a:ext cx="3838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428" name="Google Shape;428;p49"/>
          <p:cNvSpPr txBox="1"/>
          <p:nvPr>
            <p:ph idx="8" type="subTitle"/>
          </p:nvPr>
        </p:nvSpPr>
        <p:spPr>
          <a:xfrm>
            <a:off x="366750" y="3167363"/>
            <a:ext cx="3838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image">
  <p:cSld name="Title and image">
    <p:spTree>
      <p:nvGrpSpPr>
        <p:cNvPr id="429" name="Shape 4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Google Shape;430;p5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1" name="Google Shape;431;p50"/>
          <p:cNvSpPr/>
          <p:nvPr>
            <p:ph idx="2" type="pic"/>
          </p:nvPr>
        </p:nvSpPr>
        <p:spPr>
          <a:xfrm>
            <a:off x="311700" y="1170425"/>
            <a:ext cx="8520600" cy="34929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storyboards">
  <p:cSld name="Two storyboards">
    <p:spTree>
      <p:nvGrpSpPr>
        <p:cNvPr id="432" name="Shape 4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" name="Google Shape;433;p51"/>
          <p:cNvSpPr txBox="1"/>
          <p:nvPr>
            <p:ph idx="1" type="body"/>
          </p:nvPr>
        </p:nvSpPr>
        <p:spPr>
          <a:xfrm>
            <a:off x="311700" y="4080225"/>
            <a:ext cx="4027500" cy="92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434" name="Google Shape;434;p51"/>
          <p:cNvSpPr/>
          <p:nvPr>
            <p:ph idx="2" type="pic"/>
          </p:nvPr>
        </p:nvSpPr>
        <p:spPr>
          <a:xfrm>
            <a:off x="48048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435" name="Google Shape;435;p51"/>
          <p:cNvSpPr/>
          <p:nvPr>
            <p:ph idx="3" type="pic"/>
          </p:nvPr>
        </p:nvSpPr>
        <p:spPr>
          <a:xfrm>
            <a:off x="3117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436" name="Google Shape;436;p51"/>
          <p:cNvSpPr txBox="1"/>
          <p:nvPr>
            <p:ph idx="4" type="body"/>
          </p:nvPr>
        </p:nvSpPr>
        <p:spPr>
          <a:xfrm>
            <a:off x="4804825" y="4080225"/>
            <a:ext cx="4027500" cy="92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437" name="Google Shape;437;p5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8" name="Google Shape;438;p51"/>
          <p:cNvSpPr txBox="1"/>
          <p:nvPr>
            <p:ph idx="5" type="subTitle"/>
          </p:nvPr>
        </p:nvSpPr>
        <p:spPr>
          <a:xfrm>
            <a:off x="311725" y="3582900"/>
            <a:ext cx="4027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439" name="Google Shape;439;p51"/>
          <p:cNvSpPr txBox="1"/>
          <p:nvPr>
            <p:ph idx="6" type="subTitle"/>
          </p:nvPr>
        </p:nvSpPr>
        <p:spPr>
          <a:xfrm>
            <a:off x="4804825" y="3582900"/>
            <a:ext cx="4027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storyboards">
  <p:cSld name="Three storyboards">
    <p:spTree>
      <p:nvGrpSpPr>
        <p:cNvPr id="440" name="Shape 4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1" name="Google Shape;441;p52"/>
          <p:cNvSpPr txBox="1"/>
          <p:nvPr>
            <p:ph idx="1" type="body"/>
          </p:nvPr>
        </p:nvSpPr>
        <p:spPr>
          <a:xfrm>
            <a:off x="311700" y="3911700"/>
            <a:ext cx="2627100" cy="101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442" name="Google Shape;442;p52"/>
          <p:cNvSpPr/>
          <p:nvPr>
            <p:ph idx="2" type="pic"/>
          </p:nvPr>
        </p:nvSpPr>
        <p:spPr>
          <a:xfrm>
            <a:off x="62052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443" name="Google Shape;443;p52"/>
          <p:cNvSpPr/>
          <p:nvPr>
            <p:ph idx="3" type="pic"/>
          </p:nvPr>
        </p:nvSpPr>
        <p:spPr>
          <a:xfrm>
            <a:off x="3117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444" name="Google Shape;444;p52"/>
          <p:cNvSpPr txBox="1"/>
          <p:nvPr>
            <p:ph idx="4" type="body"/>
          </p:nvPr>
        </p:nvSpPr>
        <p:spPr>
          <a:xfrm>
            <a:off x="6205225" y="3911700"/>
            <a:ext cx="2627100" cy="101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445" name="Google Shape;445;p52"/>
          <p:cNvSpPr/>
          <p:nvPr>
            <p:ph idx="5" type="pic"/>
          </p:nvPr>
        </p:nvSpPr>
        <p:spPr>
          <a:xfrm>
            <a:off x="3255250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446" name="Google Shape;446;p52"/>
          <p:cNvSpPr txBox="1"/>
          <p:nvPr>
            <p:ph idx="6" type="body"/>
          </p:nvPr>
        </p:nvSpPr>
        <p:spPr>
          <a:xfrm>
            <a:off x="3255250" y="3911700"/>
            <a:ext cx="2627100" cy="101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447" name="Google Shape;447;p5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8" name="Google Shape;448;p52"/>
          <p:cNvSpPr txBox="1"/>
          <p:nvPr>
            <p:ph idx="7" type="subTitle"/>
          </p:nvPr>
        </p:nvSpPr>
        <p:spPr>
          <a:xfrm>
            <a:off x="311725" y="3430500"/>
            <a:ext cx="26271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449" name="Google Shape;449;p52"/>
          <p:cNvSpPr txBox="1"/>
          <p:nvPr>
            <p:ph idx="8" type="subTitle"/>
          </p:nvPr>
        </p:nvSpPr>
        <p:spPr>
          <a:xfrm>
            <a:off x="6205225" y="3430500"/>
            <a:ext cx="26271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450" name="Google Shape;450;p52"/>
          <p:cNvSpPr txBox="1"/>
          <p:nvPr>
            <p:ph idx="9" type="subTitle"/>
          </p:nvPr>
        </p:nvSpPr>
        <p:spPr>
          <a:xfrm>
            <a:off x="3255250" y="3430500"/>
            <a:ext cx="26271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 only">
  <p:cSld name="Image only">
    <p:spTree>
      <p:nvGrpSpPr>
        <p:cNvPr id="451" name="Shape 4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2" name="Google Shape;452;p53"/>
          <p:cNvSpPr/>
          <p:nvPr>
            <p:ph idx="2" type="pic"/>
          </p:nvPr>
        </p:nvSpPr>
        <p:spPr>
          <a:xfrm>
            <a:off x="311700" y="445025"/>
            <a:ext cx="8520600" cy="42183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 grid">
  <p:cSld name="Image grid">
    <p:spTree>
      <p:nvGrpSpPr>
        <p:cNvPr id="453" name="Shape 4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4" name="Google Shape;454;p54"/>
          <p:cNvSpPr/>
          <p:nvPr>
            <p:ph idx="2" type="pic"/>
          </p:nvPr>
        </p:nvSpPr>
        <p:spPr>
          <a:xfrm>
            <a:off x="338960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55" name="Google Shape;455;p54"/>
          <p:cNvSpPr/>
          <p:nvPr>
            <p:ph idx="3" type="pic"/>
          </p:nvPr>
        </p:nvSpPr>
        <p:spPr>
          <a:xfrm>
            <a:off x="5195935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56" name="Google Shape;456;p54"/>
          <p:cNvSpPr/>
          <p:nvPr>
            <p:ph idx="4" type="pic"/>
          </p:nvPr>
        </p:nvSpPr>
        <p:spPr>
          <a:xfrm>
            <a:off x="700227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57" name="Google Shape;457;p54"/>
          <p:cNvSpPr/>
          <p:nvPr>
            <p:ph idx="5" type="pic"/>
          </p:nvPr>
        </p:nvSpPr>
        <p:spPr>
          <a:xfrm>
            <a:off x="3389588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58" name="Google Shape;458;p54"/>
          <p:cNvSpPr/>
          <p:nvPr>
            <p:ph idx="6" type="pic"/>
          </p:nvPr>
        </p:nvSpPr>
        <p:spPr>
          <a:xfrm>
            <a:off x="5195922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59" name="Google Shape;459;p54"/>
          <p:cNvSpPr/>
          <p:nvPr>
            <p:ph idx="7" type="pic"/>
          </p:nvPr>
        </p:nvSpPr>
        <p:spPr>
          <a:xfrm>
            <a:off x="7002257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60" name="Google Shape;460;p54"/>
          <p:cNvSpPr txBox="1"/>
          <p:nvPr>
            <p:ph type="title"/>
          </p:nvPr>
        </p:nvSpPr>
        <p:spPr>
          <a:xfrm>
            <a:off x="351550" y="445025"/>
            <a:ext cx="2596800" cy="170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61" name="Google Shape;461;p54"/>
          <p:cNvSpPr/>
          <p:nvPr>
            <p:ph idx="8" type="pic"/>
          </p:nvPr>
        </p:nvSpPr>
        <p:spPr>
          <a:xfrm>
            <a:off x="3389588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62" name="Google Shape;462;p54"/>
          <p:cNvSpPr/>
          <p:nvPr>
            <p:ph idx="9" type="pic"/>
          </p:nvPr>
        </p:nvSpPr>
        <p:spPr>
          <a:xfrm>
            <a:off x="5195922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63" name="Google Shape;463;p54"/>
          <p:cNvSpPr/>
          <p:nvPr>
            <p:ph idx="13" type="pic"/>
          </p:nvPr>
        </p:nvSpPr>
        <p:spPr>
          <a:xfrm>
            <a:off x="7002257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>
        <p15:guide id="1" pos="5564">
          <p15:clr>
            <a:srgbClr val="E46962"/>
          </p15:clr>
        </p15:guide>
      </p15:sldGuideLst>
    </p:ext>
  </p:extLst>
</p:sldLayout>
</file>

<file path=ppt/slideMasters/_rels/slideMaster1.xml.rels><?xml version="1.0" encoding="UTF-8" standalone="yes"?><Relationships xmlns="http://schemas.openxmlformats.org/package/2006/relationships"><Relationship Id="rId40" Type="http://schemas.openxmlformats.org/officeDocument/2006/relationships/slideLayout" Target="../slideLayouts/slideLayout40.xml"/><Relationship Id="rId42" Type="http://schemas.openxmlformats.org/officeDocument/2006/relationships/slideLayout" Target="../slideLayouts/slideLayout42.xml"/><Relationship Id="rId41" Type="http://schemas.openxmlformats.org/officeDocument/2006/relationships/slideLayout" Target="../slideLayouts/slideLayout41.xml"/><Relationship Id="rId44" Type="http://schemas.openxmlformats.org/officeDocument/2006/relationships/slideLayout" Target="../slideLayouts/slideLayout44.xml"/><Relationship Id="rId43" Type="http://schemas.openxmlformats.org/officeDocument/2006/relationships/slideLayout" Target="../slideLayouts/slideLayout43.xml"/><Relationship Id="rId46" Type="http://schemas.openxmlformats.org/officeDocument/2006/relationships/slideLayout" Target="../slideLayouts/slideLayout46.xml"/><Relationship Id="rId45" Type="http://schemas.openxmlformats.org/officeDocument/2006/relationships/slideLayout" Target="../slideLayouts/slideLayout45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48" Type="http://schemas.openxmlformats.org/officeDocument/2006/relationships/slideLayout" Target="../slideLayouts/slideLayout48.xml"/><Relationship Id="rId47" Type="http://schemas.openxmlformats.org/officeDocument/2006/relationships/slideLayout" Target="../slideLayouts/slideLayout47.xml"/><Relationship Id="rId49" Type="http://schemas.openxmlformats.org/officeDocument/2006/relationships/slideLayout" Target="../slideLayouts/slideLayout4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1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0.xml"/><Relationship Id="rId33" Type="http://schemas.openxmlformats.org/officeDocument/2006/relationships/slideLayout" Target="../slideLayouts/slideLayout33.xml"/><Relationship Id="rId32" Type="http://schemas.openxmlformats.org/officeDocument/2006/relationships/slideLayout" Target="../slideLayouts/slideLayout32.xml"/><Relationship Id="rId35" Type="http://schemas.openxmlformats.org/officeDocument/2006/relationships/slideLayout" Target="../slideLayouts/slideLayout35.xml"/><Relationship Id="rId34" Type="http://schemas.openxmlformats.org/officeDocument/2006/relationships/slideLayout" Target="../slideLayouts/slideLayout34.xml"/><Relationship Id="rId37" Type="http://schemas.openxmlformats.org/officeDocument/2006/relationships/slideLayout" Target="../slideLayouts/slideLayout37.xml"/><Relationship Id="rId36" Type="http://schemas.openxmlformats.org/officeDocument/2006/relationships/slideLayout" Target="../slideLayouts/slideLayout36.xml"/><Relationship Id="rId39" Type="http://schemas.openxmlformats.org/officeDocument/2006/relationships/slideLayout" Target="../slideLayouts/slideLayout39.xml"/><Relationship Id="rId38" Type="http://schemas.openxmlformats.org/officeDocument/2006/relationships/slideLayout" Target="../slideLayouts/slideLayout38.xml"/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9.xml"/><Relationship Id="rId51" Type="http://schemas.openxmlformats.org/officeDocument/2006/relationships/slideLayout" Target="../slideLayouts/slideLayout51.xml"/><Relationship Id="rId50" Type="http://schemas.openxmlformats.org/officeDocument/2006/relationships/slideLayout" Target="../slideLayouts/slideLayout50.xml"/><Relationship Id="rId53" Type="http://schemas.openxmlformats.org/officeDocument/2006/relationships/slideLayout" Target="../slideLayouts/slideLayout53.xml"/><Relationship Id="rId52" Type="http://schemas.openxmlformats.org/officeDocument/2006/relationships/slideLayout" Target="../slideLayouts/slideLayout5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54" Type="http://schemas.openxmlformats.org/officeDocument/2006/relationships/theme" Target="../theme/theme1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dk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idx="1" type="body"/>
          </p:nvPr>
        </p:nvSpPr>
        <p:spPr>
          <a:xfrm>
            <a:off x="361850" y="2004025"/>
            <a:ext cx="5627400" cy="2547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>
            <a:lvl1pPr indent="-3048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DM Sans"/>
              <a:buChar char="●"/>
              <a:defRPr sz="12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indent="-304800" lvl="1" marL="9144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DM Sans"/>
              <a:buChar char="○"/>
              <a:defRPr sz="12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indent="-304800" lvl="2" marL="13716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DM Sans"/>
              <a:buChar char="■"/>
              <a:defRPr sz="12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indent="-304800" lvl="3" marL="1828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DM Sans"/>
              <a:buChar char="●"/>
              <a:defRPr sz="12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indent="-304800" lvl="4" marL="22860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DM Sans"/>
              <a:buChar char="○"/>
              <a:defRPr sz="12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indent="-304800" lvl="5" marL="27432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DM Sans"/>
              <a:buChar char="■"/>
              <a:defRPr sz="12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indent="-304800" lvl="6" marL="32004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DM Sans"/>
              <a:buChar char="●"/>
              <a:defRPr sz="12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indent="-304800" lvl="7" marL="36576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DM Sans"/>
              <a:buChar char="○"/>
              <a:defRPr sz="12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indent="-304800" lvl="8" marL="4114800">
              <a:lnSpc>
                <a:spcPct val="115000"/>
              </a:lnSpc>
              <a:spcBef>
                <a:spcPts val="800"/>
              </a:spcBef>
              <a:spcAft>
                <a:spcPts val="800"/>
              </a:spcAft>
              <a:buClr>
                <a:schemeClr val="lt1"/>
              </a:buClr>
              <a:buSzPts val="1200"/>
              <a:buFont typeface="DM Sans"/>
              <a:buChar char="■"/>
              <a:defRPr sz="12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type="title"/>
          </p:nvPr>
        </p:nvSpPr>
        <p:spPr>
          <a:xfrm>
            <a:off x="438150" y="524575"/>
            <a:ext cx="5433000" cy="90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Newsreader"/>
              <a:buNone/>
              <a:defRPr sz="3000">
                <a:solidFill>
                  <a:schemeClr val="lt1"/>
                </a:solidFill>
                <a:latin typeface="Newsreader"/>
                <a:ea typeface="Newsreader"/>
                <a:cs typeface="Newsreader"/>
                <a:sym typeface="Newsread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" name="Google Shape;8;p1"/>
          <p:cNvSpPr txBox="1"/>
          <p:nvPr>
            <p:ph idx="2" type="body"/>
          </p:nvPr>
        </p:nvSpPr>
        <p:spPr>
          <a:xfrm>
            <a:off x="4700200" y="1614100"/>
            <a:ext cx="3756600" cy="2547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DM Sans"/>
              <a:buChar char="●"/>
              <a:defRPr sz="12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DM Sans"/>
              <a:buChar char="○"/>
              <a:defRPr sz="12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DM Sans"/>
              <a:buChar char="■"/>
              <a:defRPr sz="12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DM Sans"/>
              <a:buChar char="●"/>
              <a:defRPr sz="12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DM Sans"/>
              <a:buChar char="○"/>
              <a:defRPr sz="12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DM Sans"/>
              <a:buChar char="■"/>
              <a:defRPr sz="12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DM Sans"/>
              <a:buChar char="●"/>
              <a:defRPr sz="12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DM Sans"/>
              <a:buChar char="○"/>
              <a:defRPr sz="12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DM Sans"/>
              <a:buChar char="■"/>
              <a:defRPr sz="12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  <p:sldLayoutId id="2147483678" r:id="rId31"/>
    <p:sldLayoutId id="2147483679" r:id="rId32"/>
    <p:sldLayoutId id="2147483680" r:id="rId33"/>
    <p:sldLayoutId id="2147483681" r:id="rId34"/>
    <p:sldLayoutId id="2147483682" r:id="rId35"/>
    <p:sldLayoutId id="2147483683" r:id="rId36"/>
    <p:sldLayoutId id="2147483684" r:id="rId37"/>
    <p:sldLayoutId id="2147483685" r:id="rId38"/>
    <p:sldLayoutId id="2147483686" r:id="rId39"/>
    <p:sldLayoutId id="2147483687" r:id="rId40"/>
    <p:sldLayoutId id="2147483688" r:id="rId41"/>
    <p:sldLayoutId id="2147483689" r:id="rId42"/>
    <p:sldLayoutId id="2147483690" r:id="rId43"/>
    <p:sldLayoutId id="2147483691" r:id="rId44"/>
    <p:sldLayoutId id="2147483692" r:id="rId45"/>
    <p:sldLayoutId id="2147483693" r:id="rId46"/>
    <p:sldLayoutId id="2147483694" r:id="rId47"/>
    <p:sldLayoutId id="2147483695" r:id="rId48"/>
    <p:sldLayoutId id="2147483696" r:id="rId49"/>
    <p:sldLayoutId id="2147483697" r:id="rId50"/>
    <p:sldLayoutId id="2147483698" r:id="rId51"/>
    <p:sldLayoutId id="2147483699" r:id="rId52"/>
    <p:sldLayoutId id="2147483700" r:id="rId53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pos="5529">
          <p15:clr>
            <a:srgbClr val="E46962"/>
          </p15:clr>
        </p15:guide>
        <p15:guide id="2" orient="horz" pos="233">
          <p15:clr>
            <a:srgbClr val="E46962"/>
          </p15:clr>
        </p15:guide>
        <p15:guide id="3" orient="horz" pos="3011">
          <p15:clr>
            <a:srgbClr val="E46962"/>
          </p15:clr>
        </p15:guide>
        <p15:guide id="4" pos="2850">
          <p15:clr>
            <a:srgbClr val="E46962"/>
          </p15:clr>
        </p15:guide>
        <p15:guide id="5" pos="2910">
          <p15:clr>
            <a:srgbClr val="E46962"/>
          </p15:clr>
        </p15:guide>
        <p15:guide id="6" pos="1468">
          <p15:clr>
            <a:srgbClr val="E46962"/>
          </p15:clr>
        </p15:guide>
        <p15:guide id="7" pos="1527">
          <p15:clr>
            <a:srgbClr val="E46962"/>
          </p15:clr>
        </p15:guide>
        <p15:guide id="8" pos="4226">
          <p15:clr>
            <a:srgbClr val="E46962"/>
          </p15:clr>
        </p15:guide>
        <p15:guide id="9" pos="4285">
          <p15:clr>
            <a:srgbClr val="E46962"/>
          </p15:clr>
        </p15:guide>
        <p15:guide id="10" pos="3773">
          <p15:clr>
            <a:srgbClr val="E46962"/>
          </p15:clr>
        </p15:guide>
        <p15:guide id="11" pos="3830">
          <p15:clr>
            <a:srgbClr val="E46962"/>
          </p15:clr>
        </p15:guide>
        <p15:guide id="12" pos="1930">
          <p15:clr>
            <a:srgbClr val="E46962"/>
          </p15:clr>
        </p15:guide>
        <p15:guide id="13" pos="1987">
          <p15:clr>
            <a:srgbClr val="E46962"/>
          </p15:clr>
        </p15:guide>
        <p15:guide id="14" orient="horz" pos="2867">
          <p15:clr>
            <a:srgbClr val="E46962"/>
          </p15:clr>
        </p15:guide>
        <p15:guide id="15" orient="horz" pos="1135">
          <p15:clr>
            <a:srgbClr val="E46962"/>
          </p15:clr>
        </p15:guide>
        <p15:guide id="16" orient="horz" pos="1194">
          <p15:clr>
            <a:srgbClr val="E46962"/>
          </p15:clr>
        </p15:guide>
        <p15:guide id="17" orient="horz" pos="2043">
          <p15:clr>
            <a:srgbClr val="E46962"/>
          </p15:clr>
        </p15:guide>
        <p15:guide id="18" orient="horz" pos="2103">
          <p15:clr>
            <a:srgbClr val="E46962"/>
          </p15:clr>
        </p15:guide>
        <p15:guide id="19" pos="228">
          <p15:clr>
            <a:srgbClr val="E46962"/>
          </p15:clr>
        </p15:guide>
        <p15:guide id="20" orient="horz" pos="672">
          <p15:clr>
            <a:srgbClr val="E46962"/>
          </p15:clr>
        </p15:guide>
      </p15:sldGuideLst>
    </p:ext>
  </p:extLst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jpg"/><Relationship Id="rId4" Type="http://schemas.openxmlformats.org/officeDocument/2006/relationships/image" Target="../media/image2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6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0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7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5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5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9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5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6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7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7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5.xml"/><Relationship Id="rId2" Type="http://schemas.openxmlformats.org/officeDocument/2006/relationships/notesSlide" Target="../notesSlides/notesSlide15.xml"/><Relationship Id="rId3" Type="http://schemas.openxmlformats.org/officeDocument/2006/relationships/hyperlink" Target="https://github.com/gaucho-amigo/sbelles-homework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67" name="Shape 4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close-up of a modern glass structure. " id="468" name="Google Shape;468;p55"/>
          <p:cNvPicPr preferRelativeResize="0"/>
          <p:nvPr/>
        </p:nvPicPr>
        <p:blipFill rotWithShape="1">
          <a:blip r:embed="rId3">
            <a:alphaModFix/>
          </a:blip>
          <a:srcRect b="79" l="21736" r="19116" t="0"/>
          <a:stretch/>
        </p:blipFill>
        <p:spPr>
          <a:xfrm>
            <a:off x="4587725" y="-8750"/>
            <a:ext cx="4572001" cy="5148074"/>
          </a:xfrm>
          <a:prstGeom prst="rect">
            <a:avLst/>
          </a:prstGeom>
          <a:noFill/>
          <a:ln>
            <a:noFill/>
          </a:ln>
        </p:spPr>
      </p:pic>
      <p:sp>
        <p:nvSpPr>
          <p:cNvPr id="469" name="Google Shape;469;p55"/>
          <p:cNvSpPr txBox="1"/>
          <p:nvPr>
            <p:ph type="title"/>
          </p:nvPr>
        </p:nvSpPr>
        <p:spPr>
          <a:xfrm>
            <a:off x="361975" y="923525"/>
            <a:ext cx="3860100" cy="1648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S’Belles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Data Marketing Assessment</a:t>
            </a:r>
            <a:endParaRPr/>
          </a:p>
        </p:txBody>
      </p:sp>
      <p:sp>
        <p:nvSpPr>
          <p:cNvPr id="470" name="Google Shape;470;p55"/>
          <p:cNvSpPr txBox="1"/>
          <p:nvPr>
            <p:ph idx="1" type="subTitle"/>
          </p:nvPr>
        </p:nvSpPr>
        <p:spPr>
          <a:xfrm>
            <a:off x="361975" y="255533"/>
            <a:ext cx="3860100" cy="37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Nick Hoffman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2026-02-17</a:t>
            </a:r>
            <a:endParaRPr/>
          </a:p>
        </p:txBody>
      </p:sp>
      <p:sp>
        <p:nvSpPr>
          <p:cNvPr id="471" name="Google Shape;471;p55"/>
          <p:cNvSpPr txBox="1"/>
          <p:nvPr>
            <p:ph idx="3" type="body"/>
          </p:nvPr>
        </p:nvSpPr>
        <p:spPr>
          <a:xfrm>
            <a:off x="547575" y="3337797"/>
            <a:ext cx="3492600" cy="1327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Prepared for Alembic Field Science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Data Engineering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Standardization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Cross-Channel Analysis</a:t>
            </a:r>
            <a:endParaRPr/>
          </a:p>
        </p:txBody>
      </p:sp>
      <p:pic>
        <p:nvPicPr>
          <p:cNvPr id="472" name="Google Shape;472;p5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360850" y="3077213"/>
            <a:ext cx="1647825" cy="333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76" name="Shape 4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Google Shape;477;p56"/>
          <p:cNvSpPr txBox="1"/>
          <p:nvPr/>
        </p:nvSpPr>
        <p:spPr>
          <a:xfrm>
            <a:off x="4708075" y="1376732"/>
            <a:ext cx="4068600" cy="81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ewsreader"/>
              <a:buChar char="●"/>
            </a:pPr>
            <a:r>
              <a:rPr lang="en">
                <a:solidFill>
                  <a:schemeClr val="dk1"/>
                </a:solidFill>
                <a:latin typeface="Newsreader"/>
                <a:ea typeface="Newsreader"/>
                <a:cs typeface="Newsreader"/>
                <a:sym typeface="Newsreader"/>
              </a:rPr>
              <a:t>Kimball star schema</a:t>
            </a:r>
            <a:endParaRPr>
              <a:solidFill>
                <a:schemeClr val="dk1"/>
              </a:solidFill>
              <a:latin typeface="Newsreader"/>
              <a:ea typeface="Newsreader"/>
              <a:cs typeface="Newsreader"/>
              <a:sym typeface="Newsreader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ewsreader"/>
              <a:buChar char="●"/>
            </a:pPr>
            <a:r>
              <a:rPr lang="en">
                <a:solidFill>
                  <a:schemeClr val="dk1"/>
                </a:solidFill>
                <a:latin typeface="Newsreader"/>
                <a:ea typeface="Newsreader"/>
                <a:cs typeface="Newsreader"/>
                <a:sym typeface="Newsreader"/>
              </a:rPr>
              <a:t>5 conformed dimensions</a:t>
            </a:r>
            <a:endParaRPr>
              <a:solidFill>
                <a:schemeClr val="dk1"/>
              </a:solidFill>
              <a:latin typeface="Newsreader"/>
              <a:ea typeface="Newsreader"/>
              <a:cs typeface="Newsreader"/>
              <a:sym typeface="Newsreader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ewsreader"/>
              <a:buChar char="●"/>
            </a:pPr>
            <a:r>
              <a:rPr lang="en">
                <a:solidFill>
                  <a:schemeClr val="dk1"/>
                </a:solidFill>
                <a:latin typeface="Newsreader"/>
                <a:ea typeface="Newsreader"/>
                <a:cs typeface="Newsreader"/>
                <a:sym typeface="Newsreader"/>
              </a:rPr>
              <a:t>6 daily fact tables</a:t>
            </a:r>
            <a:endParaRPr>
              <a:solidFill>
                <a:schemeClr val="dk1"/>
              </a:solidFill>
              <a:latin typeface="Newsreader"/>
              <a:ea typeface="Newsreader"/>
              <a:cs typeface="Newsreader"/>
              <a:sym typeface="Newsreader"/>
            </a:endParaRPr>
          </a:p>
        </p:txBody>
      </p:sp>
      <p:sp>
        <p:nvSpPr>
          <p:cNvPr id="478" name="Google Shape;478;p56"/>
          <p:cNvSpPr txBox="1"/>
          <p:nvPr/>
        </p:nvSpPr>
        <p:spPr>
          <a:xfrm>
            <a:off x="4708075" y="409357"/>
            <a:ext cx="4068600" cy="87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ewsreader"/>
              <a:buChar char="●"/>
            </a:pPr>
            <a:r>
              <a:rPr lang="en">
                <a:solidFill>
                  <a:schemeClr val="dk1"/>
                </a:solidFill>
                <a:latin typeface="Newsreader"/>
                <a:ea typeface="Newsreader"/>
                <a:cs typeface="Newsreader"/>
                <a:sym typeface="Newsreader"/>
              </a:rPr>
              <a:t>21 files inventoried</a:t>
            </a:r>
            <a:endParaRPr>
              <a:solidFill>
                <a:schemeClr val="dk1"/>
              </a:solidFill>
              <a:latin typeface="Newsreader"/>
              <a:ea typeface="Newsreader"/>
              <a:cs typeface="Newsreader"/>
              <a:sym typeface="Newsreader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ewsreader"/>
              <a:buChar char="●"/>
            </a:pPr>
            <a:r>
              <a:rPr lang="en">
                <a:solidFill>
                  <a:schemeClr val="dk1"/>
                </a:solidFill>
                <a:latin typeface="Newsreader"/>
                <a:ea typeface="Newsreader"/>
                <a:cs typeface="Newsreader"/>
                <a:sym typeface="Newsreader"/>
              </a:rPr>
              <a:t>Schema drift assessed</a:t>
            </a:r>
            <a:endParaRPr>
              <a:solidFill>
                <a:schemeClr val="dk1"/>
              </a:solidFill>
              <a:latin typeface="Newsreader"/>
              <a:ea typeface="Newsreader"/>
              <a:cs typeface="Newsreader"/>
              <a:sym typeface="Newsreader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ewsreader"/>
              <a:buChar char="●"/>
            </a:pPr>
            <a:r>
              <a:rPr lang="en">
                <a:solidFill>
                  <a:schemeClr val="dk1"/>
                </a:solidFill>
                <a:latin typeface="Newsreader"/>
                <a:ea typeface="Newsreader"/>
                <a:cs typeface="Newsreader"/>
                <a:sym typeface="Newsreader"/>
              </a:rPr>
              <a:t>Data quality flags identified</a:t>
            </a:r>
            <a:endParaRPr>
              <a:solidFill>
                <a:schemeClr val="dk1"/>
              </a:solidFill>
              <a:latin typeface="Newsreader"/>
              <a:ea typeface="Newsreader"/>
              <a:cs typeface="Newsreader"/>
              <a:sym typeface="Newsreader"/>
            </a:endParaRPr>
          </a:p>
        </p:txBody>
      </p:sp>
      <p:sp>
        <p:nvSpPr>
          <p:cNvPr id="479" name="Google Shape;479;p56"/>
          <p:cNvSpPr txBox="1"/>
          <p:nvPr>
            <p:ph idx="4" type="subTitle"/>
          </p:nvPr>
        </p:nvSpPr>
        <p:spPr>
          <a:xfrm>
            <a:off x="361975" y="1854888"/>
            <a:ext cx="3154800" cy="219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Design</a:t>
            </a:r>
            <a:endParaRPr/>
          </a:p>
        </p:txBody>
      </p:sp>
      <p:sp>
        <p:nvSpPr>
          <p:cNvPr id="480" name="Google Shape;480;p56"/>
          <p:cNvSpPr txBox="1"/>
          <p:nvPr>
            <p:ph idx="6" type="subTitle"/>
          </p:nvPr>
        </p:nvSpPr>
        <p:spPr>
          <a:xfrm>
            <a:off x="361975" y="3906592"/>
            <a:ext cx="3154800" cy="219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Analyze</a:t>
            </a:r>
            <a:endParaRPr/>
          </a:p>
        </p:txBody>
      </p:sp>
      <p:sp>
        <p:nvSpPr>
          <p:cNvPr id="481" name="Google Shape;481;p56"/>
          <p:cNvSpPr txBox="1"/>
          <p:nvPr>
            <p:ph idx="1" type="subTitle"/>
          </p:nvPr>
        </p:nvSpPr>
        <p:spPr>
          <a:xfrm>
            <a:off x="361975" y="2899159"/>
            <a:ext cx="3154800" cy="219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Build</a:t>
            </a:r>
            <a:endParaRPr/>
          </a:p>
        </p:txBody>
      </p:sp>
      <p:sp>
        <p:nvSpPr>
          <p:cNvPr id="482" name="Google Shape;482;p56"/>
          <p:cNvSpPr txBox="1"/>
          <p:nvPr>
            <p:ph idx="3" type="subTitle"/>
          </p:nvPr>
        </p:nvSpPr>
        <p:spPr>
          <a:xfrm>
            <a:off x="361963" y="885172"/>
            <a:ext cx="3154800" cy="219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Profile</a:t>
            </a:r>
            <a:endParaRPr/>
          </a:p>
        </p:txBody>
      </p:sp>
      <p:sp>
        <p:nvSpPr>
          <p:cNvPr id="483" name="Google Shape;483;p56"/>
          <p:cNvSpPr txBox="1"/>
          <p:nvPr>
            <p:ph type="title"/>
          </p:nvPr>
        </p:nvSpPr>
        <p:spPr>
          <a:xfrm>
            <a:off x="222175" y="104075"/>
            <a:ext cx="4163100" cy="4986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Approach </a:t>
            </a:r>
            <a:r>
              <a:rPr i="1" lang="en"/>
              <a:t>o</a:t>
            </a:r>
            <a:r>
              <a:rPr i="1" lang="en"/>
              <a:t>verview</a:t>
            </a:r>
            <a:endParaRPr i="1"/>
          </a:p>
        </p:txBody>
      </p:sp>
      <p:sp>
        <p:nvSpPr>
          <p:cNvPr id="484" name="Google Shape;484;p56"/>
          <p:cNvSpPr txBox="1"/>
          <p:nvPr>
            <p:ph idx="12" type="sldNum"/>
          </p:nvPr>
        </p:nvSpPr>
        <p:spPr>
          <a:xfrm>
            <a:off x="8227975" y="217725"/>
            <a:ext cx="548700" cy="234000"/>
          </a:xfrm>
          <a:prstGeom prst="rect">
            <a:avLst/>
          </a:prstGeom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485" name="Google Shape;485;p56"/>
          <p:cNvCxnSpPr/>
          <p:nvPr/>
        </p:nvCxnSpPr>
        <p:spPr>
          <a:xfrm flipH="1" rot="10800000">
            <a:off x="378475" y="3288538"/>
            <a:ext cx="7508400" cy="9300"/>
          </a:xfrm>
          <a:prstGeom prst="straightConnector1">
            <a:avLst/>
          </a:prstGeom>
          <a:noFill/>
          <a:ln cap="flat" cmpd="sng" w="9525">
            <a:solidFill>
              <a:schemeClr val="lt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486" name="Google Shape;486;p56"/>
          <p:cNvCxnSpPr/>
          <p:nvPr/>
        </p:nvCxnSpPr>
        <p:spPr>
          <a:xfrm>
            <a:off x="378475" y="2253567"/>
            <a:ext cx="7467600" cy="28200"/>
          </a:xfrm>
          <a:prstGeom prst="straightConnector1">
            <a:avLst/>
          </a:prstGeom>
          <a:noFill/>
          <a:ln cap="flat" cmpd="sng" w="9525">
            <a:solidFill>
              <a:schemeClr val="lt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487" name="Google Shape;487;p56"/>
          <p:cNvCxnSpPr/>
          <p:nvPr/>
        </p:nvCxnSpPr>
        <p:spPr>
          <a:xfrm>
            <a:off x="378475" y="4305271"/>
            <a:ext cx="7485000" cy="19500"/>
          </a:xfrm>
          <a:prstGeom prst="straightConnector1">
            <a:avLst/>
          </a:prstGeom>
          <a:noFill/>
          <a:ln cap="flat" cmpd="sng" w="9525">
            <a:solidFill>
              <a:schemeClr val="lt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488" name="Google Shape;488;p56"/>
          <p:cNvCxnSpPr/>
          <p:nvPr/>
        </p:nvCxnSpPr>
        <p:spPr>
          <a:xfrm flipH="1" rot="10800000">
            <a:off x="378462" y="1280551"/>
            <a:ext cx="7485000" cy="3300"/>
          </a:xfrm>
          <a:prstGeom prst="straightConnector1">
            <a:avLst/>
          </a:prstGeom>
          <a:noFill/>
          <a:ln cap="flat" cmpd="sng" w="9525">
            <a:solidFill>
              <a:schemeClr val="lt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489" name="Google Shape;489;p56"/>
          <p:cNvSpPr txBox="1"/>
          <p:nvPr/>
        </p:nvSpPr>
        <p:spPr>
          <a:xfrm>
            <a:off x="3891910" y="2862322"/>
            <a:ext cx="500100" cy="356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137150" wrap="square" tIns="91425">
            <a:noAutofit/>
          </a:bodyPr>
          <a:lstStyle/>
          <a:p>
            <a:pPr indent="-330200" lvl="0" marL="457200" rtl="0" algn="r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Newsreader"/>
              <a:buChar char="➔"/>
            </a:pPr>
            <a:r>
              <a:t/>
            </a:r>
            <a:endParaRPr sz="1600">
              <a:solidFill>
                <a:schemeClr val="accent2"/>
              </a:solidFill>
              <a:latin typeface="Newsreader"/>
              <a:ea typeface="Newsreader"/>
              <a:cs typeface="Newsreader"/>
              <a:sym typeface="Newsreader"/>
            </a:endParaRPr>
          </a:p>
        </p:txBody>
      </p:sp>
      <p:sp>
        <p:nvSpPr>
          <p:cNvPr id="490" name="Google Shape;490;p56"/>
          <p:cNvSpPr txBox="1"/>
          <p:nvPr/>
        </p:nvSpPr>
        <p:spPr>
          <a:xfrm>
            <a:off x="3891910" y="1835422"/>
            <a:ext cx="500100" cy="356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137150" wrap="square" tIns="91425">
            <a:noAutofit/>
          </a:bodyPr>
          <a:lstStyle/>
          <a:p>
            <a:pPr indent="-330200" lvl="0" marL="457200" rtl="0" algn="r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Newsreader"/>
              <a:buChar char="➔"/>
            </a:pPr>
            <a:r>
              <a:t/>
            </a:r>
            <a:endParaRPr sz="1600">
              <a:solidFill>
                <a:schemeClr val="accent2"/>
              </a:solidFill>
              <a:latin typeface="Newsreader"/>
              <a:ea typeface="Newsreader"/>
              <a:cs typeface="Newsreader"/>
              <a:sym typeface="Newsreader"/>
            </a:endParaRPr>
          </a:p>
        </p:txBody>
      </p:sp>
      <p:sp>
        <p:nvSpPr>
          <p:cNvPr id="491" name="Google Shape;491;p56"/>
          <p:cNvSpPr txBox="1"/>
          <p:nvPr/>
        </p:nvSpPr>
        <p:spPr>
          <a:xfrm>
            <a:off x="3891910" y="3904484"/>
            <a:ext cx="500100" cy="356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137150" wrap="square" tIns="91425">
            <a:noAutofit/>
          </a:bodyPr>
          <a:lstStyle/>
          <a:p>
            <a:pPr indent="-330200" lvl="0" marL="457200" rtl="0" algn="r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Newsreader"/>
              <a:buChar char="➔"/>
            </a:pPr>
            <a:r>
              <a:t/>
            </a:r>
            <a:endParaRPr sz="1600">
              <a:solidFill>
                <a:schemeClr val="accent2"/>
              </a:solidFill>
              <a:latin typeface="Newsreader"/>
              <a:ea typeface="Newsreader"/>
              <a:cs typeface="Newsreader"/>
              <a:sym typeface="Newsreader"/>
            </a:endParaRPr>
          </a:p>
        </p:txBody>
      </p:sp>
      <p:sp>
        <p:nvSpPr>
          <p:cNvPr id="492" name="Google Shape;492;p56"/>
          <p:cNvSpPr txBox="1"/>
          <p:nvPr/>
        </p:nvSpPr>
        <p:spPr>
          <a:xfrm>
            <a:off x="3889583" y="848334"/>
            <a:ext cx="500100" cy="356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137150" wrap="square" tIns="91425">
            <a:noAutofit/>
          </a:bodyPr>
          <a:lstStyle/>
          <a:p>
            <a:pPr indent="-330200" lvl="0" marL="457200" rtl="0" algn="r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Newsreader"/>
              <a:buChar char="➔"/>
            </a:pPr>
            <a:r>
              <a:t/>
            </a:r>
            <a:endParaRPr sz="1600">
              <a:solidFill>
                <a:schemeClr val="accent2"/>
              </a:solidFill>
              <a:latin typeface="Newsreader"/>
              <a:ea typeface="Newsreader"/>
              <a:cs typeface="Newsreader"/>
              <a:sym typeface="Newsreader"/>
            </a:endParaRPr>
          </a:p>
        </p:txBody>
      </p:sp>
      <p:sp>
        <p:nvSpPr>
          <p:cNvPr id="493" name="Google Shape;493;p56"/>
          <p:cNvSpPr txBox="1"/>
          <p:nvPr/>
        </p:nvSpPr>
        <p:spPr>
          <a:xfrm>
            <a:off x="4708075" y="2407877"/>
            <a:ext cx="4068600" cy="81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ewsreader"/>
              <a:buChar char="●"/>
            </a:pPr>
            <a:r>
              <a:rPr lang="en">
                <a:solidFill>
                  <a:schemeClr val="dk1"/>
                </a:solidFill>
                <a:latin typeface="Newsreader"/>
                <a:ea typeface="Newsreader"/>
                <a:cs typeface="Newsreader"/>
                <a:sym typeface="Newsreader"/>
              </a:rPr>
              <a:t>Modular Python pipeline</a:t>
            </a:r>
            <a:endParaRPr>
              <a:solidFill>
                <a:schemeClr val="dk1"/>
              </a:solidFill>
              <a:latin typeface="Newsreader"/>
              <a:ea typeface="Newsreader"/>
              <a:cs typeface="Newsreader"/>
              <a:sym typeface="Newsreader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ewsreader"/>
              <a:buChar char="●"/>
            </a:pPr>
            <a:r>
              <a:rPr lang="en">
                <a:solidFill>
                  <a:schemeClr val="dk1"/>
                </a:solidFill>
                <a:latin typeface="Newsreader"/>
                <a:ea typeface="Newsreader"/>
                <a:cs typeface="Newsreader"/>
                <a:sym typeface="Newsreader"/>
              </a:rPr>
              <a:t>Automated validation</a:t>
            </a:r>
            <a:endParaRPr>
              <a:solidFill>
                <a:schemeClr val="dk1"/>
              </a:solidFill>
              <a:latin typeface="Newsreader"/>
              <a:ea typeface="Newsreader"/>
              <a:cs typeface="Newsreader"/>
              <a:sym typeface="Newsreader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ewsreader"/>
              <a:buChar char="●"/>
            </a:pPr>
            <a:r>
              <a:rPr lang="en">
                <a:solidFill>
                  <a:schemeClr val="dk1"/>
                </a:solidFill>
                <a:latin typeface="Newsreader"/>
                <a:ea typeface="Newsreader"/>
                <a:cs typeface="Newsreader"/>
                <a:sym typeface="Newsreader"/>
              </a:rPr>
              <a:t>Financial reconciliation</a:t>
            </a:r>
            <a:endParaRPr>
              <a:solidFill>
                <a:schemeClr val="dk1"/>
              </a:solidFill>
              <a:latin typeface="Newsreader"/>
              <a:ea typeface="Newsreader"/>
              <a:cs typeface="Newsreader"/>
              <a:sym typeface="Newsreader"/>
            </a:endParaRPr>
          </a:p>
        </p:txBody>
      </p:sp>
      <p:sp>
        <p:nvSpPr>
          <p:cNvPr id="494" name="Google Shape;494;p56"/>
          <p:cNvSpPr txBox="1"/>
          <p:nvPr/>
        </p:nvSpPr>
        <p:spPr>
          <a:xfrm>
            <a:off x="4708075" y="3543308"/>
            <a:ext cx="4068600" cy="58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ewsreader"/>
              <a:buChar char="●"/>
            </a:pPr>
            <a:r>
              <a:rPr lang="en">
                <a:solidFill>
                  <a:schemeClr val="dk1"/>
                </a:solidFill>
                <a:latin typeface="Newsreader"/>
                <a:ea typeface="Newsreader"/>
                <a:cs typeface="Newsreader"/>
                <a:sym typeface="Newsreader"/>
              </a:rPr>
              <a:t>Cross-channel summary</a:t>
            </a:r>
            <a:endParaRPr>
              <a:solidFill>
                <a:schemeClr val="dk1"/>
              </a:solidFill>
              <a:latin typeface="Newsreader"/>
              <a:ea typeface="Newsreader"/>
              <a:cs typeface="Newsreader"/>
              <a:sym typeface="Newsreader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ewsreader"/>
              <a:buChar char="●"/>
            </a:pPr>
            <a:r>
              <a:rPr lang="en">
                <a:solidFill>
                  <a:schemeClr val="dk1"/>
                </a:solidFill>
                <a:latin typeface="Newsreader"/>
                <a:ea typeface="Newsreader"/>
                <a:cs typeface="Newsreader"/>
                <a:sym typeface="Newsreader"/>
              </a:rPr>
              <a:t>Lagged correlations</a:t>
            </a:r>
            <a:endParaRPr>
              <a:solidFill>
                <a:schemeClr val="dk1"/>
              </a:solidFill>
              <a:latin typeface="Newsreader"/>
              <a:ea typeface="Newsreader"/>
              <a:cs typeface="Newsreader"/>
              <a:sym typeface="Newsreader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ewsreader"/>
              <a:buChar char="●"/>
            </a:pPr>
            <a:r>
              <a:rPr lang="en">
                <a:solidFill>
                  <a:schemeClr val="dk1"/>
                </a:solidFill>
                <a:latin typeface="Newsreader"/>
                <a:ea typeface="Newsreader"/>
                <a:cs typeface="Newsreader"/>
                <a:sym typeface="Newsreader"/>
              </a:rPr>
              <a:t>Deseasonalized signal analysis</a:t>
            </a:r>
            <a:endParaRPr>
              <a:solidFill>
                <a:schemeClr val="dk1"/>
              </a:solidFill>
              <a:latin typeface="Newsreader"/>
              <a:ea typeface="Newsreader"/>
              <a:cs typeface="Newsreader"/>
              <a:sym typeface="Newsreader"/>
            </a:endParaRPr>
          </a:p>
        </p:txBody>
      </p:sp>
      <p:sp>
        <p:nvSpPr>
          <p:cNvPr id="495" name="Google Shape;495;p56"/>
          <p:cNvSpPr txBox="1"/>
          <p:nvPr/>
        </p:nvSpPr>
        <p:spPr>
          <a:xfrm>
            <a:off x="361975" y="4442450"/>
            <a:ext cx="8055600" cy="337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Newsreader"/>
                <a:ea typeface="Newsreader"/>
                <a:cs typeface="Newsreader"/>
                <a:sym typeface="Newsreader"/>
              </a:rPr>
              <a:t>Objective: Transform fragmented marketing data into a coherent analytical foundation capable of supporting causal inference.</a:t>
            </a:r>
            <a:endParaRPr>
              <a:solidFill>
                <a:schemeClr val="dk1"/>
              </a:solidFill>
              <a:latin typeface="Newsreader"/>
              <a:ea typeface="Newsreader"/>
              <a:cs typeface="Newsreader"/>
              <a:sym typeface="Newsreader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99" name="Shape 4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0" name="Google Shape;500;p57"/>
          <p:cNvSpPr txBox="1"/>
          <p:nvPr>
            <p:ph idx="4294967295" type="title"/>
          </p:nvPr>
        </p:nvSpPr>
        <p:spPr>
          <a:xfrm>
            <a:off x="311700" y="2316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Data Landscape and Quality Assessment</a:t>
            </a:r>
            <a:endParaRPr/>
          </a:p>
        </p:txBody>
      </p:sp>
      <p:sp>
        <p:nvSpPr>
          <p:cNvPr id="501" name="Google Shape;501;p57"/>
          <p:cNvSpPr txBox="1"/>
          <p:nvPr>
            <p:ph idx="2" type="body"/>
          </p:nvPr>
        </p:nvSpPr>
        <p:spPr>
          <a:xfrm>
            <a:off x="364650" y="4171475"/>
            <a:ext cx="8414700" cy="5727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21 source files across four granularities. All normalized to daily grain.</a:t>
            </a:r>
            <a:endParaRPr sz="1200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Full profiling results in schema_dictionary.md.</a:t>
            </a:r>
            <a:endParaRPr sz="1200"/>
          </a:p>
        </p:txBody>
      </p:sp>
      <p:graphicFrame>
        <p:nvGraphicFramePr>
          <p:cNvPr id="502" name="Google Shape;502;p57"/>
          <p:cNvGraphicFramePr/>
          <p:nvPr/>
        </p:nvGraphicFramePr>
        <p:xfrm>
          <a:off x="358638" y="109899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{218928B0-F1DB-4E0C-8C64-3F31A95499A9}</a:tableStyleId>
              </a:tblPr>
              <a:tblGrid>
                <a:gridCol w="1436125"/>
                <a:gridCol w="909650"/>
                <a:gridCol w="1159825"/>
                <a:gridCol w="2043450"/>
                <a:gridCol w="2971575"/>
              </a:tblGrid>
              <a:tr h="437425"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b="1" lang="en" sz="1200">
                          <a:solidFill>
                            <a:schemeClr val="lt1"/>
                          </a:solidFill>
                        </a:rPr>
                        <a:t>Stream</a:t>
                      </a:r>
                      <a:endParaRPr b="1" sz="1200">
                        <a:solidFill>
                          <a:schemeClr val="lt1"/>
                        </a:solidFill>
                      </a:endParaRPr>
                    </a:p>
                  </a:txBody>
                  <a:tcPr marT="57150" marB="57150" marR="123825" marL="123825">
                    <a:lnL cap="flat" cmpd="sng" w="9525">
                      <a:solidFill>
                        <a:srgbClr val="3D444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D444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D444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D444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b="1" lang="en" sz="1200">
                          <a:solidFill>
                            <a:schemeClr val="lt1"/>
                          </a:solidFill>
                        </a:rPr>
                        <a:t>Files</a:t>
                      </a:r>
                      <a:endParaRPr b="1" sz="1200">
                        <a:solidFill>
                          <a:schemeClr val="lt1"/>
                        </a:solidFill>
                      </a:endParaRPr>
                    </a:p>
                  </a:txBody>
                  <a:tcPr marT="57150" marB="57150" marR="123825" marL="123825">
                    <a:lnL cap="flat" cmpd="sng" w="9525">
                      <a:solidFill>
                        <a:srgbClr val="3D444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D444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D444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D444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b="1" lang="en" sz="1200">
                          <a:solidFill>
                            <a:schemeClr val="lt1"/>
                          </a:solidFill>
                        </a:rPr>
                        <a:t>Total Rows</a:t>
                      </a:r>
                      <a:endParaRPr b="1" sz="1200">
                        <a:solidFill>
                          <a:schemeClr val="lt1"/>
                        </a:solidFill>
                      </a:endParaRPr>
                    </a:p>
                  </a:txBody>
                  <a:tcPr marT="57150" marB="57150" marR="123825" marL="123825">
                    <a:lnL cap="flat" cmpd="sng" w="9525">
                      <a:solidFill>
                        <a:srgbClr val="3D444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D444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D444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D444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b="1" lang="en" sz="1200">
                          <a:solidFill>
                            <a:schemeClr val="lt1"/>
                          </a:solidFill>
                        </a:rPr>
                        <a:t>Source Grain</a:t>
                      </a:r>
                      <a:endParaRPr b="1" sz="1200">
                        <a:solidFill>
                          <a:schemeClr val="lt1"/>
                        </a:solidFill>
                      </a:endParaRPr>
                    </a:p>
                  </a:txBody>
                  <a:tcPr marT="57150" marB="57150" marR="123825" marL="123825">
                    <a:lnL cap="flat" cmpd="sng" w="9525">
                      <a:solidFill>
                        <a:srgbClr val="3D444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D444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D444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D444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b="1" lang="en" sz="1200">
                          <a:solidFill>
                            <a:schemeClr val="lt1"/>
                          </a:solidFill>
                        </a:rPr>
                        <a:t>Key Issue</a:t>
                      </a:r>
                      <a:endParaRPr b="1" sz="1200">
                        <a:solidFill>
                          <a:schemeClr val="lt1"/>
                        </a:solidFill>
                      </a:endParaRPr>
                    </a:p>
                  </a:txBody>
                  <a:tcPr marT="57150" marB="57150" marR="123825" marL="123825">
                    <a:lnL cap="flat" cmpd="sng" w="9525">
                      <a:solidFill>
                        <a:srgbClr val="3D444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D444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D444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D444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373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" sz="1200">
                          <a:solidFill>
                            <a:schemeClr val="lt1"/>
                          </a:solidFill>
                        </a:rPr>
                        <a:t>Paid Social</a:t>
                      </a:r>
                      <a:endParaRPr sz="1200">
                        <a:solidFill>
                          <a:schemeClr val="lt1"/>
                        </a:solidFill>
                      </a:endParaRPr>
                    </a:p>
                  </a:txBody>
                  <a:tcPr marT="57150" marB="57150" marR="123825" marL="123825">
                    <a:lnL cap="flat" cmpd="sng" w="9525">
                      <a:solidFill>
                        <a:srgbClr val="3D444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D444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D444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D444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" sz="1200">
                          <a:solidFill>
                            <a:schemeClr val="lt1"/>
                          </a:solidFill>
                        </a:rPr>
                        <a:t>9</a:t>
                      </a:r>
                      <a:endParaRPr sz="1200">
                        <a:solidFill>
                          <a:schemeClr val="lt1"/>
                        </a:solidFill>
                      </a:endParaRPr>
                    </a:p>
                  </a:txBody>
                  <a:tcPr marT="57150" marB="57150" marR="123825" marL="123825">
                    <a:lnL cap="flat" cmpd="sng" w="9525">
                      <a:solidFill>
                        <a:srgbClr val="3D444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D444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D444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D444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" sz="1200">
                          <a:solidFill>
                            <a:schemeClr val="lt1"/>
                          </a:solidFill>
                        </a:rPr>
                        <a:t>24,615</a:t>
                      </a:r>
                      <a:endParaRPr sz="1200">
                        <a:solidFill>
                          <a:schemeClr val="lt1"/>
                        </a:solidFill>
                      </a:endParaRPr>
                    </a:p>
                  </a:txBody>
                  <a:tcPr marT="57150" marB="57150" marR="123825" marL="123825">
                    <a:lnL cap="flat" cmpd="sng" w="9525">
                      <a:solidFill>
                        <a:srgbClr val="3D444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D444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D444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D444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" sz="1200">
                          <a:solidFill>
                            <a:schemeClr val="lt1"/>
                          </a:solidFill>
                        </a:rPr>
                        <a:t>daily</a:t>
                      </a:r>
                      <a:endParaRPr sz="1200">
                        <a:solidFill>
                          <a:schemeClr val="lt1"/>
                        </a:solidFill>
                      </a:endParaRPr>
                    </a:p>
                  </a:txBody>
                  <a:tcPr marT="57150" marB="57150" marR="123825" marL="123825">
                    <a:lnL cap="flat" cmpd="sng" w="9525">
                      <a:solidFill>
                        <a:srgbClr val="3D444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D444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D444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D444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" sz="1200">
                          <a:solidFill>
                            <a:schemeClr val="lt1"/>
                          </a:solidFill>
                        </a:rPr>
                        <a:t>3 schema drift patterns</a:t>
                      </a:r>
                      <a:endParaRPr sz="1200">
                        <a:solidFill>
                          <a:schemeClr val="lt1"/>
                        </a:solidFill>
                      </a:endParaRPr>
                    </a:p>
                  </a:txBody>
                  <a:tcPr marT="57150" marB="57150" marR="123825" marL="123825">
                    <a:lnL cap="flat" cmpd="sng" w="9525">
                      <a:solidFill>
                        <a:srgbClr val="3D444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D444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D444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D444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3742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" sz="1200">
                          <a:solidFill>
                            <a:schemeClr val="lt1"/>
                          </a:solidFill>
                        </a:rPr>
                        <a:t>Web Analytics</a:t>
                      </a:r>
                      <a:endParaRPr sz="1200">
                        <a:solidFill>
                          <a:schemeClr val="lt1"/>
                        </a:solidFill>
                      </a:endParaRPr>
                    </a:p>
                  </a:txBody>
                  <a:tcPr marT="57150" marB="57150" marR="123825" marL="123825">
                    <a:lnL cap="flat" cmpd="sng" w="9525">
                      <a:solidFill>
                        <a:srgbClr val="3D444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D444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D444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D444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" sz="1200">
                          <a:solidFill>
                            <a:schemeClr val="lt1"/>
                          </a:solidFill>
                        </a:rPr>
                        <a:t>4</a:t>
                      </a:r>
                      <a:endParaRPr sz="1200">
                        <a:solidFill>
                          <a:schemeClr val="lt1"/>
                        </a:solidFill>
                      </a:endParaRPr>
                    </a:p>
                  </a:txBody>
                  <a:tcPr marT="57150" marB="57150" marR="123825" marL="123825">
                    <a:lnL cap="flat" cmpd="sng" w="9525">
                      <a:solidFill>
                        <a:srgbClr val="3D444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D444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D444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D444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" sz="1200">
                          <a:solidFill>
                            <a:schemeClr val="lt1"/>
                          </a:solidFill>
                        </a:rPr>
                        <a:t>54,306</a:t>
                      </a:r>
                      <a:endParaRPr sz="1200">
                        <a:solidFill>
                          <a:schemeClr val="lt1"/>
                        </a:solidFill>
                      </a:endParaRPr>
                    </a:p>
                  </a:txBody>
                  <a:tcPr marT="57150" marB="57150" marR="123825" marL="123825">
                    <a:lnL cap="flat" cmpd="sng" w="9525">
                      <a:solidFill>
                        <a:srgbClr val="3D444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D444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D444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D444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" sz="1200">
                          <a:solidFill>
                            <a:schemeClr val="lt1"/>
                          </a:solidFill>
                        </a:rPr>
                        <a:t>event-level</a:t>
                      </a:r>
                      <a:endParaRPr sz="1200">
                        <a:solidFill>
                          <a:schemeClr val="lt1"/>
                        </a:solidFill>
                      </a:endParaRPr>
                    </a:p>
                  </a:txBody>
                  <a:tcPr marT="57150" marB="57150" marR="123825" marL="123825">
                    <a:lnL cap="flat" cmpd="sng" w="9525">
                      <a:solidFill>
                        <a:srgbClr val="3D444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D444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D444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D444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" sz="1200">
                          <a:solidFill>
                            <a:schemeClr val="lt1"/>
                          </a:solidFill>
                        </a:rPr>
                        <a:t>3,072 duplicate rows (Dec 2023)</a:t>
                      </a:r>
                      <a:endParaRPr sz="1200">
                        <a:solidFill>
                          <a:schemeClr val="lt1"/>
                        </a:solidFill>
                      </a:endParaRPr>
                    </a:p>
                  </a:txBody>
                  <a:tcPr marT="57150" marB="57150" marR="123825" marL="123825">
                    <a:lnL cap="flat" cmpd="sng" w="9525">
                      <a:solidFill>
                        <a:srgbClr val="3D444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D444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D444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D444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373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" sz="1200">
                          <a:solidFill>
                            <a:schemeClr val="lt1"/>
                          </a:solidFill>
                        </a:rPr>
                        <a:t>Ecommerce</a:t>
                      </a:r>
                      <a:endParaRPr sz="1200">
                        <a:solidFill>
                          <a:schemeClr val="lt1"/>
                        </a:solidFill>
                      </a:endParaRPr>
                    </a:p>
                  </a:txBody>
                  <a:tcPr marT="57150" marB="57150" marR="123825" marL="123825">
                    <a:lnL cap="flat" cmpd="sng" w="9525">
                      <a:solidFill>
                        <a:srgbClr val="3D444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D444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D444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D444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" sz="1200">
                          <a:solidFill>
                            <a:schemeClr val="lt1"/>
                          </a:solidFill>
                        </a:rPr>
                        <a:t>3</a:t>
                      </a:r>
                      <a:endParaRPr sz="1200">
                        <a:solidFill>
                          <a:schemeClr val="lt1"/>
                        </a:solidFill>
                      </a:endParaRPr>
                    </a:p>
                  </a:txBody>
                  <a:tcPr marT="57150" marB="57150" marR="123825" marL="123825">
                    <a:lnL cap="flat" cmpd="sng" w="9525">
                      <a:solidFill>
                        <a:srgbClr val="3D444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D444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D444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D444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" sz="1200">
                          <a:solidFill>
                            <a:schemeClr val="lt1"/>
                          </a:solidFill>
                        </a:rPr>
                        <a:t>17,106</a:t>
                      </a:r>
                      <a:endParaRPr sz="1200">
                        <a:solidFill>
                          <a:schemeClr val="lt1"/>
                        </a:solidFill>
                      </a:endParaRPr>
                    </a:p>
                  </a:txBody>
                  <a:tcPr marT="57150" marB="57150" marR="123825" marL="123825">
                    <a:lnL cap="flat" cmpd="sng" w="9525">
                      <a:solidFill>
                        <a:srgbClr val="3D444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D444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D444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D444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" sz="1200">
                          <a:solidFill>
                            <a:schemeClr val="lt1"/>
                          </a:solidFill>
                        </a:rPr>
                        <a:t>event-level</a:t>
                      </a:r>
                      <a:endParaRPr sz="1200">
                        <a:solidFill>
                          <a:schemeClr val="lt1"/>
                        </a:solidFill>
                      </a:endParaRPr>
                    </a:p>
                  </a:txBody>
                  <a:tcPr marT="57150" marB="57150" marR="123825" marL="123825">
                    <a:lnL cap="flat" cmpd="sng" w="9525">
                      <a:solidFill>
                        <a:srgbClr val="3D444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D444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D444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D444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" sz="1200">
                          <a:solidFill>
                            <a:schemeClr val="lt1"/>
                          </a:solidFill>
                        </a:rPr>
                        <a:t>105 negative revenue rows</a:t>
                      </a:r>
                      <a:endParaRPr sz="1200">
                        <a:solidFill>
                          <a:schemeClr val="lt1"/>
                        </a:solidFill>
                      </a:endParaRPr>
                    </a:p>
                  </a:txBody>
                  <a:tcPr marT="57150" marB="57150" marR="123825" marL="123825">
                    <a:lnL cap="flat" cmpd="sng" w="9525">
                      <a:solidFill>
                        <a:srgbClr val="3D444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D444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D444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D444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373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" sz="1200">
                          <a:solidFill>
                            <a:schemeClr val="lt1"/>
                          </a:solidFill>
                        </a:rPr>
                        <a:t>Organic Social</a:t>
                      </a:r>
                      <a:endParaRPr sz="1200">
                        <a:solidFill>
                          <a:schemeClr val="lt1"/>
                        </a:solidFill>
                      </a:endParaRPr>
                    </a:p>
                  </a:txBody>
                  <a:tcPr marT="57150" marB="57150" marR="123825" marL="123825">
                    <a:lnL cap="flat" cmpd="sng" w="9525">
                      <a:solidFill>
                        <a:srgbClr val="3D444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D444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D444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D444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" sz="1200">
                          <a:solidFill>
                            <a:schemeClr val="lt1"/>
                          </a:solidFill>
                        </a:rPr>
                        <a:t>3</a:t>
                      </a:r>
                      <a:endParaRPr sz="1200">
                        <a:solidFill>
                          <a:schemeClr val="lt1"/>
                        </a:solidFill>
                      </a:endParaRPr>
                    </a:p>
                  </a:txBody>
                  <a:tcPr marT="57150" marB="57150" marR="123825" marL="123825">
                    <a:lnL cap="flat" cmpd="sng" w="9525">
                      <a:solidFill>
                        <a:srgbClr val="3D444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D444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D444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D444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" sz="1200">
                          <a:solidFill>
                            <a:schemeClr val="lt1"/>
                          </a:solidFill>
                        </a:rPr>
                        <a:t>646</a:t>
                      </a:r>
                      <a:endParaRPr sz="1200">
                        <a:solidFill>
                          <a:schemeClr val="lt1"/>
                        </a:solidFill>
                      </a:endParaRPr>
                    </a:p>
                  </a:txBody>
                  <a:tcPr marT="57150" marB="57150" marR="123825" marL="123825">
                    <a:lnL cap="flat" cmpd="sng" w="9525">
                      <a:solidFill>
                        <a:srgbClr val="3D444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D444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D444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D444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" sz="1200">
                          <a:solidFill>
                            <a:schemeClr val="lt1"/>
                          </a:solidFill>
                        </a:rPr>
                        <a:t>daily</a:t>
                      </a:r>
                      <a:endParaRPr sz="1200">
                        <a:solidFill>
                          <a:schemeClr val="lt1"/>
                        </a:solidFill>
                      </a:endParaRPr>
                    </a:p>
                  </a:txBody>
                  <a:tcPr marT="57150" marB="57150" marR="123825" marL="123825">
                    <a:lnL cap="flat" cmpd="sng" w="9525">
                      <a:solidFill>
                        <a:srgbClr val="3D444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D444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D444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D444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" sz="1200">
                          <a:solidFill>
                            <a:schemeClr val="lt1"/>
                          </a:solidFill>
                        </a:rPr>
                        <a:t>Noisy follower snapshots</a:t>
                      </a:r>
                      <a:endParaRPr sz="1200">
                        <a:solidFill>
                          <a:schemeClr val="lt1"/>
                        </a:solidFill>
                      </a:endParaRPr>
                    </a:p>
                  </a:txBody>
                  <a:tcPr marT="57150" marB="57150" marR="123825" marL="123825">
                    <a:lnL cap="flat" cmpd="sng" w="9525">
                      <a:solidFill>
                        <a:srgbClr val="3D444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D444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D444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D444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373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" sz="1200">
                          <a:solidFill>
                            <a:schemeClr val="lt1"/>
                          </a:solidFill>
                        </a:rPr>
                        <a:t>Podcast</a:t>
                      </a:r>
                      <a:endParaRPr sz="1200">
                        <a:solidFill>
                          <a:schemeClr val="lt1"/>
                        </a:solidFill>
                      </a:endParaRPr>
                    </a:p>
                  </a:txBody>
                  <a:tcPr marT="57150" marB="57150" marR="123825" marL="123825">
                    <a:lnL cap="flat" cmpd="sng" w="9525">
                      <a:solidFill>
                        <a:srgbClr val="3D444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D444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D444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D444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" sz="1200">
                          <a:solidFill>
                            <a:schemeClr val="lt1"/>
                          </a:solidFill>
                        </a:rPr>
                        <a:t>3</a:t>
                      </a:r>
                      <a:endParaRPr sz="1200">
                        <a:solidFill>
                          <a:schemeClr val="lt1"/>
                        </a:solidFill>
                      </a:endParaRPr>
                    </a:p>
                  </a:txBody>
                  <a:tcPr marT="57150" marB="57150" marR="123825" marL="123825">
                    <a:lnL cap="flat" cmpd="sng" w="9525">
                      <a:solidFill>
                        <a:srgbClr val="3D444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D444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D444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D444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" sz="1200">
                          <a:solidFill>
                            <a:schemeClr val="lt1"/>
                          </a:solidFill>
                        </a:rPr>
                        <a:t>87</a:t>
                      </a:r>
                      <a:endParaRPr sz="1200">
                        <a:solidFill>
                          <a:schemeClr val="lt1"/>
                        </a:solidFill>
                      </a:endParaRPr>
                    </a:p>
                  </a:txBody>
                  <a:tcPr marT="57150" marB="57150" marR="123825" marL="123825">
                    <a:lnL cap="flat" cmpd="sng" w="9525">
                      <a:solidFill>
                        <a:srgbClr val="3D444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D444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D444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D444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" sz="1200">
                          <a:solidFill>
                            <a:schemeClr val="lt1"/>
                          </a:solidFill>
                        </a:rPr>
                        <a:t>irregular</a:t>
                      </a:r>
                      <a:endParaRPr sz="1200">
                        <a:solidFill>
                          <a:schemeClr val="lt1"/>
                        </a:solidFill>
                      </a:endParaRPr>
                    </a:p>
                  </a:txBody>
                  <a:tcPr marT="57150" marB="57150" marR="123825" marL="123825">
                    <a:lnL cap="flat" cmpd="sng" w="9525">
                      <a:solidFill>
                        <a:srgbClr val="3D444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D444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D444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D444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" sz="1200">
                          <a:solidFill>
                            <a:schemeClr val="lt1"/>
                          </a:solidFill>
                        </a:rPr>
                        <a:t>No geographic field</a:t>
                      </a:r>
                      <a:endParaRPr sz="1200">
                        <a:solidFill>
                          <a:schemeClr val="lt1"/>
                        </a:solidFill>
                      </a:endParaRPr>
                    </a:p>
                  </a:txBody>
                  <a:tcPr marT="57150" marB="57150" marR="123825" marL="123825">
                    <a:lnL cap="flat" cmpd="sng" w="9525">
                      <a:solidFill>
                        <a:srgbClr val="3D444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D444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D444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D444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3742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" sz="1200">
                          <a:solidFill>
                            <a:schemeClr val="lt1"/>
                          </a:solidFill>
                        </a:rPr>
                        <a:t>OOH</a:t>
                      </a:r>
                      <a:endParaRPr sz="1200">
                        <a:solidFill>
                          <a:schemeClr val="lt1"/>
                        </a:solidFill>
                      </a:endParaRPr>
                    </a:p>
                  </a:txBody>
                  <a:tcPr marT="57150" marB="57150" marR="123825" marL="123825">
                    <a:lnL cap="flat" cmpd="sng" w="9525">
                      <a:solidFill>
                        <a:srgbClr val="3D444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D444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D444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D444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" sz="1200">
                          <a:solidFill>
                            <a:schemeClr val="lt1"/>
                          </a:solidFill>
                        </a:rPr>
                        <a:t>1</a:t>
                      </a:r>
                      <a:endParaRPr sz="1200">
                        <a:solidFill>
                          <a:schemeClr val="lt1"/>
                        </a:solidFill>
                      </a:endParaRPr>
                    </a:p>
                  </a:txBody>
                  <a:tcPr marT="57150" marB="57150" marR="123825" marL="123825">
                    <a:lnL cap="flat" cmpd="sng" w="9525">
                      <a:solidFill>
                        <a:srgbClr val="3D444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D444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D444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D444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" sz="1200">
                          <a:solidFill>
                            <a:schemeClr val="lt1"/>
                          </a:solidFill>
                        </a:rPr>
                        <a:t>1,560</a:t>
                      </a:r>
                      <a:endParaRPr sz="1200">
                        <a:solidFill>
                          <a:schemeClr val="lt1"/>
                        </a:solidFill>
                      </a:endParaRPr>
                    </a:p>
                  </a:txBody>
                  <a:tcPr marT="57150" marB="57150" marR="123825" marL="123825">
                    <a:lnL cap="flat" cmpd="sng" w="9525">
                      <a:solidFill>
                        <a:srgbClr val="3D444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D444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D444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D444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" sz="1200">
                          <a:solidFill>
                            <a:schemeClr val="lt1"/>
                          </a:solidFill>
                        </a:rPr>
                        <a:t>weekly</a:t>
                      </a:r>
                      <a:endParaRPr sz="1200">
                        <a:solidFill>
                          <a:schemeClr val="lt1"/>
                        </a:solidFill>
                      </a:endParaRPr>
                    </a:p>
                  </a:txBody>
                  <a:tcPr marT="57150" marB="57150" marR="123825" marL="123825">
                    <a:lnL cap="flat" cmpd="sng" w="9525">
                      <a:solidFill>
                        <a:srgbClr val="3D444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D444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D444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D444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" sz="1200">
                          <a:solidFill>
                            <a:schemeClr val="lt1"/>
                          </a:solidFill>
                        </a:rPr>
                        <a:t>No state/DMA field</a:t>
                      </a:r>
                      <a:endParaRPr sz="1200">
                        <a:solidFill>
                          <a:schemeClr val="lt1"/>
                        </a:solidFill>
                      </a:endParaRPr>
                    </a:p>
                  </a:txBody>
                  <a:tcPr marT="57150" marB="57150" marR="123825" marL="123825">
                    <a:lnL cap="flat" cmpd="sng" w="9525">
                      <a:solidFill>
                        <a:srgbClr val="3D444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D444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D444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D444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6" name="Shape 5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7" name="Google Shape;507;p58"/>
          <p:cNvSpPr txBox="1"/>
          <p:nvPr>
            <p:ph idx="4294967295" type="title"/>
          </p:nvPr>
        </p:nvSpPr>
        <p:spPr>
          <a:xfrm>
            <a:off x="311700" y="23730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Data Quality Resolution</a:t>
            </a:r>
            <a:endParaRPr/>
          </a:p>
        </p:txBody>
      </p:sp>
      <p:graphicFrame>
        <p:nvGraphicFramePr>
          <p:cNvPr id="508" name="Google Shape;508;p58"/>
          <p:cNvGraphicFramePr/>
          <p:nvPr/>
        </p:nvGraphicFramePr>
        <p:xfrm>
          <a:off x="287663" y="101643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{218928B0-F1DB-4E0C-8C64-3F31A95499A9}</a:tableStyleId>
              </a:tblPr>
              <a:tblGrid>
                <a:gridCol w="2327350"/>
                <a:gridCol w="3363700"/>
                <a:gridCol w="2877625"/>
              </a:tblGrid>
              <a:tr h="343400"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200"/>
                        <a:t>Issue</a:t>
                      </a:r>
                      <a:endParaRPr b="1" sz="12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200"/>
                        <a:t>Resolution</a:t>
                      </a:r>
                      <a:endParaRPr b="1" sz="12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200"/>
                        <a:t>Validation</a:t>
                      </a:r>
                      <a:endParaRPr b="1" sz="1200"/>
                    </a:p>
                  </a:txBody>
                  <a:tcPr marT="91425" marB="91425" marR="91425" marL="91425"/>
                </a:tc>
              </a:tr>
              <a:tr h="5151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Schema drift (3 patterns across paid social)</a:t>
                      </a:r>
                      <a:endParaRPr sz="12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Column renames, null fills for missing fields</a:t>
                      </a:r>
                      <a:endParaRPr sz="12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9 files unified to 17-column schema</a:t>
                      </a:r>
                      <a:endParaRPr sz="1200"/>
                    </a:p>
                  </a:txBody>
                  <a:tcPr marT="91425" marB="91425" marR="91425" marL="91425"/>
                </a:tc>
              </a:tr>
              <a:tr h="5151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Dec 2023 duplicate rows (web analytics)</a:t>
                      </a:r>
                      <a:endParaRPr sz="12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Q3Q4 file authoritative, 3,072 rows dropped from Q1 file</a:t>
                      </a:r>
                      <a:endParaRPr sz="12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Post-dedup count verified: 51,234</a:t>
                      </a:r>
                      <a:endParaRPr sz="1200"/>
                    </a:p>
                  </a:txBody>
                  <a:tcPr marT="91425" marB="91425" marR="91425" marL="91425"/>
                </a:tc>
              </a:tr>
              <a:tr h="4873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Negative revenue (ecommerce)</a:t>
                      </a:r>
                      <a:endParaRPr sz="12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Preserved as-is, discount exceeds price</a:t>
                      </a:r>
                      <a:endParaRPr sz="12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105 rows, -$2,100 total</a:t>
                      </a:r>
                      <a:endParaRPr sz="1200"/>
                    </a:p>
                  </a:txBody>
                  <a:tcPr marT="91425" marB="91425" marR="91425" marL="91425"/>
                </a:tc>
              </a:tr>
              <a:tr h="5151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Noisy followers (organic social)</a:t>
                      </a:r>
                      <a:endParaRPr sz="12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Daily MAX as end-of-day snapshot</a:t>
                      </a:r>
                      <a:endParaRPr sz="12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47.7% day-over-day decreases documented</a:t>
                      </a:r>
                      <a:endParaRPr sz="1200"/>
                    </a:p>
                  </a:txBody>
                  <a:tcPr marT="91425" marB="91425" marR="91425" marL="91425"/>
                </a:tc>
              </a:tr>
              <a:tr h="54085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" sz="1200"/>
                        <a:t>No campaign FK linking across streams</a:t>
                      </a:r>
                      <a:endParaRPr sz="12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" sz="1200"/>
                        <a:t>Semantic bridge table (dim_campaign_initiative)</a:t>
                      </a:r>
                      <a:endParaRPr sz="12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" sz="1200"/>
                        <a:t>6 initiative mappings created to enable</a:t>
                      </a:r>
                      <a:r>
                        <a:rPr lang="en" sz="1200"/>
                        <a:t> attribution</a:t>
                      </a:r>
                      <a:endParaRPr sz="12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/>
                </a:tc>
              </a:tr>
              <a:tr h="5129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" sz="1200"/>
                        <a:t>Weekly OOH grain</a:t>
                      </a:r>
                      <a:endParaRPr sz="12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" sz="1200"/>
                        <a:t>Uniform 7-day expansion</a:t>
                      </a:r>
                      <a:endParaRPr sz="12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" sz="1200"/>
                        <a:t>1,560 → 10,920 rows, spend reconciled</a:t>
                      </a:r>
                      <a:endParaRPr sz="1200"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  <p:sp>
        <p:nvSpPr>
          <p:cNvPr id="509" name="Google Shape;509;p58"/>
          <p:cNvSpPr txBox="1"/>
          <p:nvPr/>
        </p:nvSpPr>
        <p:spPr>
          <a:xfrm>
            <a:off x="336763" y="4681125"/>
            <a:ext cx="8470500" cy="30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rPr>
              <a:t>Detailed transformation logic in transformation_notes.md. All assumptions in assumptions.md.</a:t>
            </a:r>
            <a:endParaRPr sz="1200">
              <a:solidFill>
                <a:schemeClr val="lt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13" name="Shape 5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4" name="Google Shape;514;p59"/>
          <p:cNvSpPr txBox="1"/>
          <p:nvPr>
            <p:ph idx="4294967295" type="title"/>
          </p:nvPr>
        </p:nvSpPr>
        <p:spPr>
          <a:xfrm>
            <a:off x="311700" y="829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Data Warehouse Structure</a:t>
            </a:r>
            <a:endParaRPr/>
          </a:p>
        </p:txBody>
      </p:sp>
      <p:sp>
        <p:nvSpPr>
          <p:cNvPr id="515" name="Google Shape;515;p59"/>
          <p:cNvSpPr txBox="1"/>
          <p:nvPr>
            <p:ph idx="2" type="body"/>
          </p:nvPr>
        </p:nvSpPr>
        <p:spPr>
          <a:xfrm>
            <a:off x="746850" y="4262750"/>
            <a:ext cx="7650300" cy="830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Every fact table joins through dim_date. Geographic facts join through dim_geography. Dim_campaign_initiative badges paid social and web analytics.</a:t>
            </a:r>
            <a:endParaRPr sz="1200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Designed to support daily-grain cross-channel analysis as required by assignment normalization constraint.</a:t>
            </a:r>
            <a:endParaRPr sz="1200"/>
          </a:p>
        </p:txBody>
      </p:sp>
      <p:pic>
        <p:nvPicPr>
          <p:cNvPr id="516" name="Google Shape;516;p5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669137" y="755134"/>
            <a:ext cx="5805727" cy="34584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20" name="Shape 5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1" name="Google Shape;521;p6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Final Directory Structure</a:t>
            </a:r>
            <a:endParaRPr/>
          </a:p>
        </p:txBody>
      </p:sp>
      <p:sp>
        <p:nvSpPr>
          <p:cNvPr id="522" name="Google Shape;522;p60"/>
          <p:cNvSpPr txBox="1"/>
          <p:nvPr>
            <p:ph idx="1" type="body"/>
          </p:nvPr>
        </p:nvSpPr>
        <p:spPr>
          <a:xfrm>
            <a:off x="251400" y="4037600"/>
            <a:ext cx="8735100" cy="1027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Six datastreams grouped by source system and analytical use case. 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Dimensions folder contains conformed tables enabling cross-channel joins. 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Alternative structure justified by Kimball dimensional modeling approach.</a:t>
            </a:r>
            <a:endParaRPr/>
          </a:p>
        </p:txBody>
      </p:sp>
      <p:pic>
        <p:nvPicPr>
          <p:cNvPr id="523" name="Google Shape;523;p60" title="Screenshot 2026-02-16 at 6.09.32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99075" y="1331512"/>
            <a:ext cx="7145851" cy="24804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27" name="Shape 5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8" name="Google Shape;528;p6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Key Assumptions</a:t>
            </a:r>
            <a:endParaRPr/>
          </a:p>
        </p:txBody>
      </p:sp>
      <p:sp>
        <p:nvSpPr>
          <p:cNvPr id="529" name="Google Shape;529;p61"/>
          <p:cNvSpPr txBox="1"/>
          <p:nvPr>
            <p:ph idx="1" type="body"/>
          </p:nvPr>
        </p:nvSpPr>
        <p:spPr>
          <a:xfrm>
            <a:off x="311700" y="1152475"/>
            <a:ext cx="8520600" cy="2271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/>
              <a:t>Core factors in DW build include:</a:t>
            </a:r>
            <a:endParaRPr sz="2100"/>
          </a:p>
          <a:p>
            <a:pPr indent="-361950" lvl="0" marL="457200" rtl="0" algn="l">
              <a:spcBef>
                <a:spcPts val="0"/>
              </a:spcBef>
              <a:spcAft>
                <a:spcPts val="0"/>
              </a:spcAft>
              <a:buSzPts val="2100"/>
              <a:buAutoNum type="arabicPeriod"/>
            </a:pPr>
            <a:r>
              <a:rPr lang="en" sz="2100"/>
              <a:t>Weekly OOH spend distributed evenly across 7 days</a:t>
            </a:r>
            <a:endParaRPr sz="2100"/>
          </a:p>
          <a:p>
            <a:pPr indent="-361950" lvl="0" marL="457200" rtl="0" algn="l">
              <a:spcBef>
                <a:spcPts val="0"/>
              </a:spcBef>
              <a:spcAft>
                <a:spcPts val="0"/>
              </a:spcAft>
              <a:buSzPts val="2100"/>
              <a:buAutoNum type="arabicPeriod"/>
            </a:pPr>
            <a:r>
              <a:rPr lang="en" sz="2100"/>
              <a:t>Q3Q4 2023 file authoritative for December 2023 duplicates</a:t>
            </a:r>
            <a:endParaRPr sz="2100"/>
          </a:p>
          <a:p>
            <a:pPr indent="-361950" lvl="0" marL="457200" rtl="0" algn="l">
              <a:spcBef>
                <a:spcPts val="0"/>
              </a:spcBef>
              <a:spcAft>
                <a:spcPts val="0"/>
              </a:spcAft>
              <a:buSzPts val="2100"/>
              <a:buAutoNum type="arabicPeriod"/>
            </a:pPr>
            <a:r>
              <a:rPr lang="en" sz="2100"/>
              <a:t>Negative revenue rows preserved (discount exceeds price)</a:t>
            </a:r>
            <a:endParaRPr sz="2100"/>
          </a:p>
          <a:p>
            <a:pPr indent="-361950" lvl="0" marL="457200" rtl="0" algn="l">
              <a:spcBef>
                <a:spcPts val="0"/>
              </a:spcBef>
              <a:spcAft>
                <a:spcPts val="0"/>
              </a:spcAft>
              <a:buSzPts val="2100"/>
              <a:buAutoNum type="arabicPeriod"/>
            </a:pPr>
            <a:r>
              <a:rPr lang="en" sz="2100"/>
              <a:t>Followers treated as daily snapshot (MAX per day)</a:t>
            </a:r>
            <a:endParaRPr sz="2100"/>
          </a:p>
          <a:p>
            <a:pPr indent="-361950" lvl="0" marL="457200" rtl="0" algn="l">
              <a:spcBef>
                <a:spcPts val="0"/>
              </a:spcBef>
              <a:spcAft>
                <a:spcPts val="0"/>
              </a:spcAft>
              <a:buSzPts val="2100"/>
              <a:buAutoNum type="arabicPeriod"/>
            </a:pPr>
            <a:r>
              <a:rPr lang="en" sz="2100"/>
              <a:t>Initiative-level campaign alignment required semantic mapping</a:t>
            </a:r>
            <a:endParaRPr sz="2100"/>
          </a:p>
        </p:txBody>
      </p:sp>
      <p:sp>
        <p:nvSpPr>
          <p:cNvPr id="530" name="Google Shape;530;p61"/>
          <p:cNvSpPr txBox="1"/>
          <p:nvPr/>
        </p:nvSpPr>
        <p:spPr>
          <a:xfrm>
            <a:off x="336750" y="4523300"/>
            <a:ext cx="8470500" cy="51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rPr>
              <a:t>Full list of assumptions documented in assumptions.md. </a:t>
            </a:r>
            <a:endParaRPr sz="1200">
              <a:solidFill>
                <a:schemeClr val="lt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rPr>
              <a:t>Further </a:t>
            </a:r>
            <a:r>
              <a:rPr lang="en" sz="12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rPr>
              <a:t>rationale and data </a:t>
            </a:r>
            <a:r>
              <a:rPr lang="en" sz="12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rPr>
              <a:t>mapping</a:t>
            </a:r>
            <a:r>
              <a:rPr lang="en" sz="12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rPr>
              <a:t> information can be found in schema_dictionary.md.</a:t>
            </a:r>
            <a:endParaRPr sz="1200">
              <a:solidFill>
                <a:schemeClr val="lt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4" name="Shape 5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" name="Google Shape;535;p62"/>
          <p:cNvSpPr txBox="1"/>
          <p:nvPr>
            <p:ph idx="4294967295"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Validation &amp; </a:t>
            </a:r>
            <a:r>
              <a:rPr lang="en"/>
              <a:t>Reproducibility</a:t>
            </a:r>
            <a:endParaRPr/>
          </a:p>
        </p:txBody>
      </p:sp>
      <p:sp>
        <p:nvSpPr>
          <p:cNvPr id="536" name="Google Shape;536;p62"/>
          <p:cNvSpPr txBox="1"/>
          <p:nvPr>
            <p:ph idx="2" type="body"/>
          </p:nvPr>
        </p:nvSpPr>
        <p:spPr>
          <a:xfrm>
            <a:off x="3347725" y="2417500"/>
            <a:ext cx="2455500" cy="23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DW matches source files</a:t>
            </a:r>
            <a:endParaRPr/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rPr lang="en"/>
              <a:t>$5,986,609.08: Total paid social spend</a:t>
            </a:r>
            <a:endParaRPr/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rPr lang="en"/>
              <a:t>$29,519,757.25: Total OOH spend</a:t>
            </a:r>
            <a:endParaRPr/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rPr lang="en"/>
              <a:t>$498,071.00: Total ecommerce revenue</a:t>
            </a:r>
            <a:endParaRPr/>
          </a:p>
        </p:txBody>
      </p:sp>
      <p:sp>
        <p:nvSpPr>
          <p:cNvPr id="537" name="Google Shape;537;p62"/>
          <p:cNvSpPr txBox="1"/>
          <p:nvPr>
            <p:ph idx="1" type="body"/>
          </p:nvPr>
        </p:nvSpPr>
        <p:spPr>
          <a:xfrm>
            <a:off x="483175" y="2417500"/>
            <a:ext cx="2455500" cy="2031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048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rPr lang="en"/>
              <a:t>Financials: </a:t>
            </a:r>
            <a:r>
              <a:rPr lang="en"/>
              <a:t>Source files align with fact tables</a:t>
            </a:r>
            <a:endParaRPr/>
          </a:p>
          <a:p>
            <a:pPr indent="-3048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rPr lang="en"/>
              <a:t>Grain Uniqueness: No duplicate rows</a:t>
            </a:r>
            <a:endParaRPr/>
          </a:p>
          <a:p>
            <a:pPr indent="-3048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rPr lang="en"/>
              <a:t>De-Duplication validation (web analytics)</a:t>
            </a:r>
            <a:endParaRPr/>
          </a:p>
          <a:p>
            <a:pPr indent="-3048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rPr lang="en"/>
              <a:t>Date Range validation</a:t>
            </a:r>
            <a:endParaRPr/>
          </a:p>
          <a:p>
            <a:pPr indent="-3048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rPr lang="en"/>
              <a:t>Source Grain -&gt; Daily Alignment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800"/>
              </a:spcAft>
              <a:buNone/>
            </a:pPr>
            <a:r>
              <a:t/>
            </a:r>
            <a:endParaRPr/>
          </a:p>
        </p:txBody>
      </p:sp>
      <p:sp>
        <p:nvSpPr>
          <p:cNvPr id="538" name="Google Shape;538;p62"/>
          <p:cNvSpPr txBox="1"/>
          <p:nvPr>
            <p:ph idx="3" type="subTitle"/>
          </p:nvPr>
        </p:nvSpPr>
        <p:spPr>
          <a:xfrm>
            <a:off x="483175" y="1336150"/>
            <a:ext cx="2455500" cy="77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All 48 Warehouse Checks Passed</a:t>
            </a:r>
            <a:endParaRPr/>
          </a:p>
        </p:txBody>
      </p:sp>
      <p:sp>
        <p:nvSpPr>
          <p:cNvPr id="539" name="Google Shape;539;p62"/>
          <p:cNvSpPr txBox="1"/>
          <p:nvPr>
            <p:ph idx="4" type="subTitle"/>
          </p:nvPr>
        </p:nvSpPr>
        <p:spPr>
          <a:xfrm>
            <a:off x="3347725" y="1336150"/>
            <a:ext cx="2455500" cy="77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Financial Reconciliation</a:t>
            </a:r>
            <a:endParaRPr/>
          </a:p>
        </p:txBody>
      </p:sp>
      <p:sp>
        <p:nvSpPr>
          <p:cNvPr id="540" name="Google Shape;540;p62"/>
          <p:cNvSpPr txBox="1"/>
          <p:nvPr>
            <p:ph idx="5" type="subTitle"/>
          </p:nvPr>
        </p:nvSpPr>
        <p:spPr>
          <a:xfrm>
            <a:off x="6212275" y="1336150"/>
            <a:ext cx="2455500" cy="77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Single rebuild entry point</a:t>
            </a:r>
            <a:endParaRPr/>
          </a:p>
        </p:txBody>
      </p:sp>
      <p:sp>
        <p:nvSpPr>
          <p:cNvPr id="541" name="Google Shape;541;p62"/>
          <p:cNvSpPr txBox="1"/>
          <p:nvPr>
            <p:ph idx="6" type="body"/>
          </p:nvPr>
        </p:nvSpPr>
        <p:spPr>
          <a:xfrm>
            <a:off x="6212275" y="2417500"/>
            <a:ext cx="2455500" cy="23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Full rebuild (rebuild_all.py) completes in ~6 seconds for all DW tables</a:t>
            </a:r>
            <a:endParaRPr/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rPr lang="en"/>
              <a:t>6 daily fact tables</a:t>
            </a:r>
            <a:endParaRPr/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rPr lang="en"/>
              <a:t>2 source grain tables</a:t>
            </a:r>
            <a:endParaRPr/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rPr lang="en"/>
              <a:t>5 dimension tables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45" name="Shape 5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6" name="Google Shape;546;p63"/>
          <p:cNvSpPr txBox="1"/>
          <p:nvPr>
            <p:ph type="title"/>
          </p:nvPr>
        </p:nvSpPr>
        <p:spPr>
          <a:xfrm>
            <a:off x="311700" y="829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Spend–Revenue Discrepancy</a:t>
            </a:r>
            <a:endParaRPr/>
          </a:p>
        </p:txBody>
      </p:sp>
      <p:sp>
        <p:nvSpPr>
          <p:cNvPr id="547" name="Google Shape;547;p63"/>
          <p:cNvSpPr txBox="1"/>
          <p:nvPr>
            <p:ph idx="1" type="body"/>
          </p:nvPr>
        </p:nvSpPr>
        <p:spPr>
          <a:xfrm>
            <a:off x="264750" y="4524350"/>
            <a:ext cx="8520600" cy="5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$36M in marketing spend generates $498K in directly traceable ecommerce revenue. The remaining impact is unmeasured.</a:t>
            </a:r>
            <a:endParaRPr/>
          </a:p>
        </p:txBody>
      </p:sp>
      <p:pic>
        <p:nvPicPr>
          <p:cNvPr id="548" name="Google Shape;548;p6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77419" y="809100"/>
            <a:ext cx="7095281" cy="35996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2" name="Shape 5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Google Shape;553;p64"/>
          <p:cNvSpPr txBox="1"/>
          <p:nvPr>
            <p:ph type="title"/>
          </p:nvPr>
        </p:nvSpPr>
        <p:spPr>
          <a:xfrm>
            <a:off x="311700" y="829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Seasonal Revenue Patterns</a:t>
            </a:r>
            <a:endParaRPr/>
          </a:p>
        </p:txBody>
      </p:sp>
      <p:sp>
        <p:nvSpPr>
          <p:cNvPr id="554" name="Google Shape;554;p64"/>
          <p:cNvSpPr txBox="1"/>
          <p:nvPr>
            <p:ph idx="1" type="body"/>
          </p:nvPr>
        </p:nvSpPr>
        <p:spPr>
          <a:xfrm>
            <a:off x="264750" y="4535900"/>
            <a:ext cx="8520600" cy="488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Revenue Follows Seasonal Demand. Back-To-School and Black Friday Drive Growth.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Revenue increases 62% during BTS vs baseline.</a:t>
            </a:r>
            <a:endParaRPr/>
          </a:p>
        </p:txBody>
      </p:sp>
      <p:pic>
        <p:nvPicPr>
          <p:cNvPr id="555" name="Google Shape;555;p6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17950" y="951723"/>
            <a:ext cx="6814198" cy="3457015"/>
          </a:xfrm>
          <a:prstGeom prst="rect">
            <a:avLst/>
          </a:prstGeom>
          <a:noFill/>
          <a:ln>
            <a:noFill/>
          </a:ln>
        </p:spPr>
      </p:pic>
      <p:pic>
        <p:nvPicPr>
          <p:cNvPr id="556" name="Google Shape;556;p6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291613" y="758572"/>
            <a:ext cx="6560773" cy="36744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0" name="Shape 5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1" name="Google Shape;561;p65"/>
          <p:cNvSpPr txBox="1"/>
          <p:nvPr>
            <p:ph type="title"/>
          </p:nvPr>
        </p:nvSpPr>
        <p:spPr>
          <a:xfrm>
            <a:off x="311700" y="829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All Channels Move Together</a:t>
            </a:r>
            <a:endParaRPr/>
          </a:p>
        </p:txBody>
      </p:sp>
      <p:sp>
        <p:nvSpPr>
          <p:cNvPr id="562" name="Google Shape;562;p65"/>
          <p:cNvSpPr txBox="1"/>
          <p:nvPr>
            <p:ph idx="1" type="body"/>
          </p:nvPr>
        </p:nvSpPr>
        <p:spPr>
          <a:xfrm>
            <a:off x="264750" y="4551350"/>
            <a:ext cx="8520600" cy="297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Traffic sources rise in lockstep at seasonal peaks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Is paid spend causing the lift, or is shared seasonal demand driving everything?</a:t>
            </a:r>
            <a:endParaRPr/>
          </a:p>
        </p:txBody>
      </p:sp>
      <p:pic>
        <p:nvPicPr>
          <p:cNvPr id="563" name="Google Shape;563;p6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85113" y="758025"/>
            <a:ext cx="6279859" cy="36274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7" name="Shape 5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8" name="Google Shape;568;p6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4203" y="1608801"/>
            <a:ext cx="3970749" cy="2192825"/>
          </a:xfrm>
          <a:prstGeom prst="rect">
            <a:avLst/>
          </a:prstGeom>
          <a:noFill/>
          <a:ln>
            <a:noFill/>
          </a:ln>
        </p:spPr>
      </p:pic>
      <p:sp>
        <p:nvSpPr>
          <p:cNvPr id="569" name="Google Shape;569;p66"/>
          <p:cNvSpPr txBox="1"/>
          <p:nvPr>
            <p:ph type="title"/>
          </p:nvPr>
        </p:nvSpPr>
        <p:spPr>
          <a:xfrm>
            <a:off x="479700" y="142400"/>
            <a:ext cx="8184600" cy="758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Raw vs. Deseasonalized Signal</a:t>
            </a:r>
            <a:endParaRPr/>
          </a:p>
        </p:txBody>
      </p:sp>
      <p:sp>
        <p:nvSpPr>
          <p:cNvPr id="570" name="Google Shape;570;p66"/>
          <p:cNvSpPr txBox="1"/>
          <p:nvPr>
            <p:ph idx="1" type="body"/>
          </p:nvPr>
        </p:nvSpPr>
        <p:spPr>
          <a:xfrm>
            <a:off x="304175" y="3961600"/>
            <a:ext cx="3970800" cy="79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At </a:t>
            </a:r>
            <a:r>
              <a:rPr lang="en"/>
              <a:t>Lag 0</a:t>
            </a:r>
            <a:endParaRPr/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rPr lang="en"/>
              <a:t>Spend → Sessions: 0.94</a:t>
            </a:r>
            <a:endParaRPr/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rPr lang="en"/>
              <a:t>Spend → Revenue: 0.77</a:t>
            </a:r>
            <a:endParaRPr/>
          </a:p>
        </p:txBody>
      </p:sp>
      <p:sp>
        <p:nvSpPr>
          <p:cNvPr id="571" name="Google Shape;571;p66"/>
          <p:cNvSpPr txBox="1"/>
          <p:nvPr>
            <p:ph idx="3" type="subTitle"/>
          </p:nvPr>
        </p:nvSpPr>
        <p:spPr>
          <a:xfrm>
            <a:off x="304175" y="1066100"/>
            <a:ext cx="39708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Raw Marketing v. Revenue Data</a:t>
            </a:r>
            <a:endParaRPr/>
          </a:p>
        </p:txBody>
      </p:sp>
      <p:sp>
        <p:nvSpPr>
          <p:cNvPr id="572" name="Google Shape;572;p66"/>
          <p:cNvSpPr txBox="1"/>
          <p:nvPr>
            <p:ph idx="4" type="subTitle"/>
          </p:nvPr>
        </p:nvSpPr>
        <p:spPr>
          <a:xfrm>
            <a:off x="4869025" y="1066100"/>
            <a:ext cx="39708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Deseasonalized with Control</a:t>
            </a:r>
            <a:endParaRPr/>
          </a:p>
        </p:txBody>
      </p:sp>
      <p:pic>
        <p:nvPicPr>
          <p:cNvPr id="573" name="Google Shape;573;p6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869050" y="1620437"/>
            <a:ext cx="3970749" cy="2169565"/>
          </a:xfrm>
          <a:prstGeom prst="rect">
            <a:avLst/>
          </a:prstGeom>
          <a:noFill/>
          <a:ln>
            <a:noFill/>
          </a:ln>
        </p:spPr>
      </p:pic>
      <p:sp>
        <p:nvSpPr>
          <p:cNvPr id="574" name="Google Shape;574;p66"/>
          <p:cNvSpPr txBox="1"/>
          <p:nvPr>
            <p:ph idx="2" type="body"/>
          </p:nvPr>
        </p:nvSpPr>
        <p:spPr>
          <a:xfrm>
            <a:off x="4869025" y="3852300"/>
            <a:ext cx="3970800" cy="758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After 14-day detrending</a:t>
            </a:r>
            <a:endParaRPr/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lang="en"/>
              <a:t>Spend → Sessions: 0.78</a:t>
            </a:r>
            <a:endParaRPr/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lang="en"/>
              <a:t>Spend → Revenue: 0.40</a:t>
            </a:r>
            <a:endParaRPr/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lang="en"/>
              <a:t>Spend → Revenue | Sessions: -0.03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8" name="Shape 5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9" name="Google Shape;579;p67"/>
          <p:cNvSpPr txBox="1"/>
          <p:nvPr>
            <p:ph idx="2" type="body"/>
          </p:nvPr>
        </p:nvSpPr>
        <p:spPr>
          <a:xfrm>
            <a:off x="3347725" y="2417500"/>
            <a:ext cx="2455500" cy="77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Schema drift, duplicated data, and temporal misalignment resolved in data transformations.</a:t>
            </a:r>
            <a:endParaRPr/>
          </a:p>
        </p:txBody>
      </p:sp>
      <p:sp>
        <p:nvSpPr>
          <p:cNvPr id="580" name="Google Shape;580;p67"/>
          <p:cNvSpPr txBox="1"/>
          <p:nvPr>
            <p:ph idx="1" type="body"/>
          </p:nvPr>
        </p:nvSpPr>
        <p:spPr>
          <a:xfrm>
            <a:off x="483175" y="2417500"/>
            <a:ext cx="2455500" cy="79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800"/>
              </a:spcAft>
              <a:buNone/>
            </a:pPr>
            <a:r>
              <a:rPr lang="en"/>
              <a:t>Six fragmented marketing</a:t>
            </a:r>
            <a:r>
              <a:rPr lang="en"/>
              <a:t> streams are normalized to a daily analytical grain.</a:t>
            </a:r>
            <a:endParaRPr/>
          </a:p>
        </p:txBody>
      </p:sp>
      <p:sp>
        <p:nvSpPr>
          <p:cNvPr id="581" name="Google Shape;581;p67"/>
          <p:cNvSpPr txBox="1"/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Key Takeaways</a:t>
            </a:r>
            <a:endParaRPr/>
          </a:p>
        </p:txBody>
      </p:sp>
      <p:sp>
        <p:nvSpPr>
          <p:cNvPr id="582" name="Google Shape;582;p67"/>
          <p:cNvSpPr txBox="1"/>
          <p:nvPr>
            <p:ph idx="3" type="subTitle"/>
          </p:nvPr>
        </p:nvSpPr>
        <p:spPr>
          <a:xfrm>
            <a:off x="483175" y="1336150"/>
            <a:ext cx="2455500" cy="77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Streamlined Data</a:t>
            </a:r>
            <a:endParaRPr/>
          </a:p>
        </p:txBody>
      </p:sp>
      <p:sp>
        <p:nvSpPr>
          <p:cNvPr id="583" name="Google Shape;583;p67"/>
          <p:cNvSpPr txBox="1"/>
          <p:nvPr>
            <p:ph idx="4" type="subTitle"/>
          </p:nvPr>
        </p:nvSpPr>
        <p:spPr>
          <a:xfrm>
            <a:off x="3347725" y="1336150"/>
            <a:ext cx="2455500" cy="77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Analytical Risks Mitigated</a:t>
            </a:r>
            <a:endParaRPr/>
          </a:p>
        </p:txBody>
      </p:sp>
      <p:sp>
        <p:nvSpPr>
          <p:cNvPr id="584" name="Google Shape;584;p67"/>
          <p:cNvSpPr txBox="1"/>
          <p:nvPr>
            <p:ph idx="5" type="subTitle"/>
          </p:nvPr>
        </p:nvSpPr>
        <p:spPr>
          <a:xfrm>
            <a:off x="6212275" y="1336150"/>
            <a:ext cx="2455500" cy="77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Reproducible</a:t>
            </a:r>
            <a:r>
              <a:rPr lang="en"/>
              <a:t> Analytical Infrastructure</a:t>
            </a:r>
            <a:endParaRPr/>
          </a:p>
        </p:txBody>
      </p:sp>
      <p:sp>
        <p:nvSpPr>
          <p:cNvPr id="585" name="Google Shape;585;p67"/>
          <p:cNvSpPr txBox="1"/>
          <p:nvPr>
            <p:ph idx="6" type="body"/>
          </p:nvPr>
        </p:nvSpPr>
        <p:spPr>
          <a:xfrm>
            <a:off x="6212275" y="2417500"/>
            <a:ext cx="2455500" cy="826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Warehouse i</a:t>
            </a:r>
            <a:r>
              <a:rPr lang="en"/>
              <a:t>nfrastructure now supports coherent cross-channel analysis.</a:t>
            </a:r>
            <a:endParaRPr/>
          </a:p>
        </p:txBody>
      </p:sp>
      <p:sp>
        <p:nvSpPr>
          <p:cNvPr id="586" name="Google Shape;586;p67"/>
          <p:cNvSpPr txBox="1"/>
          <p:nvPr/>
        </p:nvSpPr>
        <p:spPr>
          <a:xfrm>
            <a:off x="512100" y="4196150"/>
            <a:ext cx="8213700" cy="355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rPr>
              <a:t>Bottom Line: Fragmented marketing data has been transformed into a coherent analytical foundation.</a:t>
            </a:r>
            <a:endParaRPr b="1" sz="1200">
              <a:solidFill>
                <a:schemeClr val="lt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0" name="Shape 5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1" name="Google Shape;591;p68"/>
          <p:cNvSpPr txBox="1"/>
          <p:nvPr>
            <p:ph idx="2" type="body"/>
          </p:nvPr>
        </p:nvSpPr>
        <p:spPr>
          <a:xfrm>
            <a:off x="3347725" y="2417500"/>
            <a:ext cx="2455500" cy="168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</a:t>
            </a:r>
            <a:r>
              <a:rPr lang="en"/>
              <a:t>arned media should be modeled separately from paid to detect incremental lift.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Podcast mentions and organic TikTok growth show weak but present correlation signals that MMM would miss entirely.</a:t>
            </a:r>
            <a:endParaRPr/>
          </a:p>
        </p:txBody>
      </p:sp>
      <p:sp>
        <p:nvSpPr>
          <p:cNvPr id="592" name="Google Shape;592;p68"/>
          <p:cNvSpPr txBox="1"/>
          <p:nvPr>
            <p:ph idx="1" type="body"/>
          </p:nvPr>
        </p:nvSpPr>
        <p:spPr>
          <a:xfrm>
            <a:off x="483175" y="2417500"/>
            <a:ext cx="2455500" cy="581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800"/>
              </a:spcAft>
              <a:buNone/>
            </a:pPr>
            <a:r>
              <a:rPr lang="en"/>
              <a:t>Future analytical extensions enabled by infrastructure. </a:t>
            </a:r>
            <a:endParaRPr/>
          </a:p>
        </p:txBody>
      </p:sp>
      <p:sp>
        <p:nvSpPr>
          <p:cNvPr id="593" name="Google Shape;593;p68"/>
          <p:cNvSpPr txBox="1"/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Recommendations: Next Steps</a:t>
            </a:r>
            <a:endParaRPr/>
          </a:p>
        </p:txBody>
      </p:sp>
      <p:sp>
        <p:nvSpPr>
          <p:cNvPr id="594" name="Google Shape;594;p68"/>
          <p:cNvSpPr txBox="1"/>
          <p:nvPr>
            <p:ph idx="3" type="subTitle"/>
          </p:nvPr>
        </p:nvSpPr>
        <p:spPr>
          <a:xfrm>
            <a:off x="483175" y="1336150"/>
            <a:ext cx="2455500" cy="77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Estimate directional information flow.</a:t>
            </a:r>
            <a:endParaRPr/>
          </a:p>
        </p:txBody>
      </p:sp>
      <p:sp>
        <p:nvSpPr>
          <p:cNvPr id="595" name="Google Shape;595;p68"/>
          <p:cNvSpPr txBox="1"/>
          <p:nvPr>
            <p:ph idx="4" type="subTitle"/>
          </p:nvPr>
        </p:nvSpPr>
        <p:spPr>
          <a:xfrm>
            <a:off x="3347725" y="1336150"/>
            <a:ext cx="2455500" cy="77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Model Earned Media Impact.</a:t>
            </a:r>
            <a:endParaRPr/>
          </a:p>
        </p:txBody>
      </p:sp>
      <p:sp>
        <p:nvSpPr>
          <p:cNvPr id="596" name="Google Shape;596;p68"/>
          <p:cNvSpPr txBox="1"/>
          <p:nvPr>
            <p:ph idx="5" type="subTitle"/>
          </p:nvPr>
        </p:nvSpPr>
        <p:spPr>
          <a:xfrm>
            <a:off x="6212275" y="1336150"/>
            <a:ext cx="2455500" cy="77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Campaign-Level Attribution.</a:t>
            </a:r>
            <a:endParaRPr/>
          </a:p>
        </p:txBody>
      </p:sp>
      <p:sp>
        <p:nvSpPr>
          <p:cNvPr id="597" name="Google Shape;597;p68"/>
          <p:cNvSpPr txBox="1"/>
          <p:nvPr>
            <p:ph idx="6" type="body"/>
          </p:nvPr>
        </p:nvSpPr>
        <p:spPr>
          <a:xfrm>
            <a:off x="6212275" y="2417500"/>
            <a:ext cx="2455500" cy="168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Build campaign-level attribution using the initiative bridge table. Test whether BTS and Always On campaigns show different causal patterns across platforms.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1" name="Shape 6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2" name="Google Shape;602;p69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Technical summary</a:t>
            </a:r>
            <a:endParaRPr/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rPr lang="en"/>
              <a:t>48/48 validation checks passed</a:t>
            </a:r>
            <a:endParaRPr/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rPr lang="en"/>
              <a:t>Spend and revenue reconcile to source totals</a:t>
            </a:r>
            <a:endParaRPr/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rPr lang="en"/>
              <a:t>Single rebuild script regenerates full warehouse (</a:t>
            </a:r>
            <a:r>
              <a:rPr lang="en"/>
              <a:t>13 output tables) </a:t>
            </a:r>
            <a:r>
              <a:rPr lang="en"/>
              <a:t>in 6 seconds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All Coding: </a:t>
            </a:r>
            <a:r>
              <a:rPr lang="en" u="sng">
                <a:solidFill>
                  <a:schemeClr val="accent1"/>
                </a:solidFill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S’Belles Homework Github</a:t>
            </a:r>
            <a:endParaRPr/>
          </a:p>
        </p:txBody>
      </p:sp>
      <p:sp>
        <p:nvSpPr>
          <p:cNvPr id="603" name="Google Shape;603;p6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Appendix | Technical Details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Business Plan Presentation">
  <a:themeElements>
    <a:clrScheme name="Simple Light">
      <a:dk1>
        <a:srgbClr val="F9F9F9"/>
      </a:dk1>
      <a:lt1>
        <a:srgbClr val="183C40"/>
      </a:lt1>
      <a:dk2>
        <a:srgbClr val="20494D"/>
      </a:dk2>
      <a:lt2>
        <a:srgbClr val="799DA7"/>
      </a:lt2>
      <a:accent1>
        <a:srgbClr val="B0D5CD"/>
      </a:accent1>
      <a:accent2>
        <a:srgbClr val="A6DAEA"/>
      </a:accent2>
      <a:accent3>
        <a:srgbClr val="B78D43"/>
      </a:accent3>
      <a:accent4>
        <a:srgbClr val="9AA864"/>
      </a:accent4>
      <a:accent5>
        <a:srgbClr val="426345"/>
      </a:accent5>
      <a:accent6>
        <a:srgbClr val="DCDCDC"/>
      </a:accent6>
      <a:hlink>
        <a:srgbClr val="B0D5CD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